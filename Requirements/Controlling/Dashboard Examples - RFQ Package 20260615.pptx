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cs-CZ"/>
    </a:defPPr>
    <a:lvl1pPr marL="0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372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2742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114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5487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6858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8229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49601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0973" algn="l" defTabSz="104274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Sector 01</c:v>
                </c:pt>
                <c:pt idx="1">
                  <c:v>Sector 02</c:v>
                </c:pt>
                <c:pt idx="2">
                  <c:v>Sector 03</c:v>
                </c:pt>
                <c:pt idx="3">
                  <c:v>Sector 04</c:v>
                </c:pt>
                <c:pt idx="4">
                  <c:v>Sector 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1.1000000000000001</c:v>
                </c:pt>
                <c:pt idx="2">
                  <c:v>2.2000000000000002</c:v>
                </c:pt>
                <c:pt idx="3">
                  <c:v>2.5</c:v>
                </c:pt>
                <c:pt idx="4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50-4AF5-ABF7-41ED29B176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Sector 01</c:v>
                </c:pt>
                <c:pt idx="1">
                  <c:v>Sector 02</c:v>
                </c:pt>
                <c:pt idx="2">
                  <c:v>Sector 03</c:v>
                </c:pt>
                <c:pt idx="3">
                  <c:v>Sector 04</c:v>
                </c:pt>
                <c:pt idx="4">
                  <c:v>Sector 05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1.4</c:v>
                </c:pt>
                <c:pt idx="2">
                  <c:v>2.4</c:v>
                </c:pt>
                <c:pt idx="3">
                  <c:v>2.8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50-4AF5-ABF7-41ED29B17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6271295"/>
        <c:axId val="316301615"/>
      </c:barChart>
      <c:catAx>
        <c:axId val="316271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301615"/>
        <c:crosses val="autoZero"/>
        <c:auto val="1"/>
        <c:lblAlgn val="ctr"/>
        <c:lblOffset val="100"/>
        <c:noMultiLvlLbl val="0"/>
      </c:catAx>
      <c:valAx>
        <c:axId val="316301615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27129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7-49FB-80ED-83CAC1670CB2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B7-49FB-80ED-83CAC1670CB2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7-49FB-80ED-83CAC1670CB2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B7-49FB-80ED-83CAC1670CB2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B7-49FB-80ED-83CAC1670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ue background&#10;&#10;AI-generated content may be incorrect.">
            <a:extLst>
              <a:ext uri="{FF2B5EF4-FFF2-40B4-BE49-F238E27FC236}">
                <a16:creationId xmlns:a16="http://schemas.microsoft.com/office/drawing/2014/main" id="{B7D5955D-9B96-12D4-4022-3A59AB48E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" y="0"/>
            <a:ext cx="12186756" cy="6858000"/>
          </a:xfrm>
          <a:prstGeom prst="rect">
            <a:avLst/>
          </a:prstGeom>
        </p:spPr>
      </p:pic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16" y="1448"/>
          <a:ext cx="181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9" imgH="398" progId="TCLayout.ActiveDocument.1">
                  <p:embed/>
                </p:oleObj>
              </mc:Choice>
              <mc:Fallback>
                <p:oleObj name="think-cell Slide" r:id="rId4" imgW="399" imgH="398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6" y="1448"/>
                        <a:ext cx="181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6355" y="1280295"/>
            <a:ext cx="9794211" cy="56742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266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5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36355" y="2109823"/>
            <a:ext cx="9794211" cy="251464"/>
          </a:xfrm>
        </p:spPr>
        <p:txBody>
          <a:bodyPr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sz="1633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Additional information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36355" y="3092005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36355" y="3524051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436355" y="3956096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XX.XX.2025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69B25-D551-47C0-526A-1B69CE03DF40}"/>
              </a:ext>
            </a:extLst>
          </p:cNvPr>
          <p:cNvSpPr/>
          <p:nvPr/>
        </p:nvSpPr>
        <p:spPr>
          <a:xfrm>
            <a:off x="9846" y="90580"/>
            <a:ext cx="12172309" cy="643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97A595-1B10-93C7-7D73-CF502ED1A78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26" b="30878"/>
          <a:stretch/>
        </p:blipFill>
        <p:spPr>
          <a:xfrm>
            <a:off x="0" y="-1315"/>
            <a:ext cx="12182155" cy="8794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B3B438BA-8485-9060-D126-02766B4DD1A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68"/>
          <a:stretch/>
        </p:blipFill>
        <p:spPr>
          <a:xfrm>
            <a:off x="8958658" y="248420"/>
            <a:ext cx="3076150" cy="3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0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glowing lines and dots&#10;&#10;AI-generated content may be incorrect.">
            <a:extLst>
              <a:ext uri="{FF2B5EF4-FFF2-40B4-BE49-F238E27FC236}">
                <a16:creationId xmlns:a16="http://schemas.microsoft.com/office/drawing/2014/main" id="{2D390EEC-9D05-CB7E-E874-16BB720D5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42"/>
          <a:stretch/>
        </p:blipFill>
        <p:spPr>
          <a:xfrm>
            <a:off x="1" y="659589"/>
            <a:ext cx="12191999" cy="6198412"/>
          </a:xfrm>
          <a:prstGeom prst="rect">
            <a:avLst/>
          </a:prstGeom>
        </p:spPr>
      </p:pic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16" y="1448"/>
          <a:ext cx="181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9" imgH="398" progId="TCLayout.ActiveDocument.1">
                  <p:embed/>
                </p:oleObj>
              </mc:Choice>
              <mc:Fallback>
                <p:oleObj name="think-cell Slide" r:id="rId4" imgW="399" imgH="398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6" y="1448"/>
                        <a:ext cx="181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6355" y="1280295"/>
            <a:ext cx="9794211" cy="56742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266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5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36355" y="2109823"/>
            <a:ext cx="9794211" cy="251464"/>
          </a:xfrm>
        </p:spPr>
        <p:txBody>
          <a:bodyPr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sz="1633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Additional information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36355" y="4935399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36355" y="5367444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436355" y="5799490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XX.XX.2025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69B25-D551-47C0-526A-1B69CE03DF40}"/>
              </a:ext>
            </a:extLst>
          </p:cNvPr>
          <p:cNvSpPr/>
          <p:nvPr/>
        </p:nvSpPr>
        <p:spPr>
          <a:xfrm>
            <a:off x="9846" y="90580"/>
            <a:ext cx="12172309" cy="643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97A595-1B10-93C7-7D73-CF502ED1A78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26" b="30878"/>
          <a:stretch/>
        </p:blipFill>
        <p:spPr>
          <a:xfrm>
            <a:off x="0" y="-1315"/>
            <a:ext cx="12182155" cy="8794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B3B438BA-8485-9060-D126-02766B4DD1A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68"/>
          <a:stretch/>
        </p:blipFill>
        <p:spPr>
          <a:xfrm>
            <a:off x="8958658" y="248420"/>
            <a:ext cx="3076150" cy="3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56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green background&#10;&#10;AI-generated content may be incorrect.">
            <a:extLst>
              <a:ext uri="{FF2B5EF4-FFF2-40B4-BE49-F238E27FC236}">
                <a16:creationId xmlns:a16="http://schemas.microsoft.com/office/drawing/2014/main" id="{952EDBEB-132F-D67C-55BC-8A033FE088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63" b="23756"/>
          <a:stretch/>
        </p:blipFill>
        <p:spPr>
          <a:xfrm>
            <a:off x="0" y="-1"/>
            <a:ext cx="12202802" cy="6858694"/>
          </a:xfrm>
          <a:prstGeom prst="rect">
            <a:avLst/>
          </a:prstGeom>
        </p:spPr>
      </p:pic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16" y="1448"/>
          <a:ext cx="181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9" imgH="398" progId="TCLayout.ActiveDocument.1">
                  <p:embed/>
                </p:oleObj>
              </mc:Choice>
              <mc:Fallback>
                <p:oleObj name="think-cell Slide" r:id="rId5" imgW="399" imgH="398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16" y="1448"/>
                        <a:ext cx="181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6355" y="1280295"/>
            <a:ext cx="9794211" cy="56742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266">
                <a:solidFill>
                  <a:schemeClr val="tx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5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36355" y="2109823"/>
            <a:ext cx="9794211" cy="251464"/>
          </a:xfrm>
        </p:spPr>
        <p:txBody>
          <a:bodyPr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sz="1633">
                <a:solidFill>
                  <a:schemeClr val="tx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Additional information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36355" y="4808666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36355" y="5240711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436355" y="5672756"/>
            <a:ext cx="4987113" cy="277949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SKODA Next" panose="020B0504020603020204" pitchFamily="34" charset="0"/>
              </a:defRPr>
            </a:lvl1pPr>
          </a:lstStyle>
          <a:p>
            <a:pPr lvl="0"/>
            <a:r>
              <a:rPr lang="en-US" dirty="0"/>
              <a:t>XX.XX.2025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69B25-D551-47C0-526A-1B69CE03DF40}"/>
              </a:ext>
            </a:extLst>
          </p:cNvPr>
          <p:cNvSpPr/>
          <p:nvPr/>
        </p:nvSpPr>
        <p:spPr>
          <a:xfrm>
            <a:off x="9846" y="90580"/>
            <a:ext cx="12172309" cy="643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97A595-1B10-93C7-7D73-CF502ED1A78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26" b="30878"/>
          <a:stretch/>
        </p:blipFill>
        <p:spPr>
          <a:xfrm>
            <a:off x="0" y="-1315"/>
            <a:ext cx="12182155" cy="8794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B3B438BA-8485-9060-D126-02766B4DD1A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68"/>
          <a:stretch/>
        </p:blipFill>
        <p:spPr>
          <a:xfrm>
            <a:off x="8958658" y="248420"/>
            <a:ext cx="3076150" cy="3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a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6">
            <a:extLst>
              <a:ext uri="{FF2B5EF4-FFF2-40B4-BE49-F238E27FC236}">
                <a16:creationId xmlns:a16="http://schemas.microsoft.com/office/drawing/2014/main" id="{9C0B5A5C-0C0D-29FD-247F-D4ECF018E736}"/>
              </a:ext>
            </a:extLst>
          </p:cNvPr>
          <p:cNvGrpSpPr/>
          <p:nvPr/>
        </p:nvGrpSpPr>
        <p:grpSpPr bwMode="grayWhite">
          <a:xfrm>
            <a:off x="0" y="0"/>
            <a:ext cx="12192000" cy="6858000"/>
            <a:chOff x="0" y="0"/>
            <a:chExt cx="12192000" cy="6857999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CB37294-7069-BF12-031E-B5C72B31E71D}"/>
                </a:ext>
              </a:extLst>
            </p:cNvPr>
            <p:cNvSpPr/>
            <p:nvPr/>
          </p:nvSpPr>
          <p:spPr bwMode="grayWhite">
            <a:xfrm>
              <a:off x="0" y="0"/>
              <a:ext cx="12192000" cy="2730"/>
            </a:xfrm>
            <a:custGeom>
              <a:avLst/>
              <a:gdLst>
                <a:gd name="connsiteX0" fmla="*/ 0 w 12192000"/>
                <a:gd name="connsiteY0" fmla="*/ 0 h 2730"/>
                <a:gd name="connsiteX1" fmla="*/ 12192000 w 12192000"/>
                <a:gd name="connsiteY1" fmla="*/ 0 h 2730"/>
                <a:gd name="connsiteX2" fmla="*/ 12192000 w 12192000"/>
                <a:gd name="connsiteY2" fmla="*/ 2731 h 2730"/>
                <a:gd name="connsiteX3" fmla="*/ 0 w 12192000"/>
                <a:gd name="connsiteY3" fmla="*/ 2731 h 2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30">
                  <a:moveTo>
                    <a:pt x="0" y="0"/>
                  </a:moveTo>
                  <a:lnTo>
                    <a:pt x="12192000" y="0"/>
                  </a:lnTo>
                  <a:lnTo>
                    <a:pt x="12192000" y="2731"/>
                  </a:lnTo>
                  <a:lnTo>
                    <a:pt x="0" y="2731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633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A60D4E8-7106-0A8E-34F3-B5DAEF0345BF}"/>
                </a:ext>
              </a:extLst>
            </p:cNvPr>
            <p:cNvSpPr/>
            <p:nvPr/>
          </p:nvSpPr>
          <p:spPr bwMode="grayWhite">
            <a:xfrm>
              <a:off x="0" y="2730"/>
              <a:ext cx="12192000" cy="6855269"/>
            </a:xfrm>
            <a:custGeom>
              <a:avLst/>
              <a:gdLst>
                <a:gd name="connsiteX0" fmla="*/ 0 w 12192000"/>
                <a:gd name="connsiteY0" fmla="*/ 0 h 6855269"/>
                <a:gd name="connsiteX1" fmla="*/ 12192000 w 12192000"/>
                <a:gd name="connsiteY1" fmla="*/ 0 h 6855269"/>
                <a:gd name="connsiteX2" fmla="*/ 12192000 w 12192000"/>
                <a:gd name="connsiteY2" fmla="*/ 6855270 h 6855269"/>
                <a:gd name="connsiteX3" fmla="*/ 0 w 12192000"/>
                <a:gd name="connsiteY3" fmla="*/ 6855270 h 6855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5269">
                  <a:moveTo>
                    <a:pt x="0" y="0"/>
                  </a:moveTo>
                  <a:lnTo>
                    <a:pt x="12192000" y="0"/>
                  </a:lnTo>
                  <a:lnTo>
                    <a:pt x="12192000" y="6855270"/>
                  </a:lnTo>
                  <a:lnTo>
                    <a:pt x="0" y="6855270"/>
                  </a:lnTo>
                  <a:close/>
                </a:path>
              </a:pathLst>
            </a:custGeom>
            <a:solidFill>
              <a:srgbClr val="008C82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633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E8EAFE0-8E75-75F0-1B93-2BF143B8A445}"/>
                </a:ext>
              </a:extLst>
            </p:cNvPr>
            <p:cNvSpPr/>
            <p:nvPr/>
          </p:nvSpPr>
          <p:spPr bwMode="grayWhite">
            <a:xfrm>
              <a:off x="0" y="2730"/>
              <a:ext cx="12192000" cy="6855269"/>
            </a:xfrm>
            <a:custGeom>
              <a:avLst/>
              <a:gdLst>
                <a:gd name="connsiteX0" fmla="*/ 0 w 12192000"/>
                <a:gd name="connsiteY0" fmla="*/ 0 h 6855269"/>
                <a:gd name="connsiteX1" fmla="*/ 12192000 w 12192000"/>
                <a:gd name="connsiteY1" fmla="*/ 0 h 6855269"/>
                <a:gd name="connsiteX2" fmla="*/ 12192000 w 12192000"/>
                <a:gd name="connsiteY2" fmla="*/ 6855270 h 6855269"/>
                <a:gd name="connsiteX3" fmla="*/ 0 w 12192000"/>
                <a:gd name="connsiteY3" fmla="*/ 6855270 h 6855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5269">
                  <a:moveTo>
                    <a:pt x="0" y="0"/>
                  </a:moveTo>
                  <a:lnTo>
                    <a:pt x="12192000" y="0"/>
                  </a:lnTo>
                  <a:lnTo>
                    <a:pt x="12192000" y="6855270"/>
                  </a:lnTo>
                  <a:lnTo>
                    <a:pt x="0" y="6855270"/>
                  </a:lnTo>
                  <a:close/>
                </a:path>
              </a:pathLst>
            </a:custGeom>
            <a:gradFill>
              <a:gsLst>
                <a:gs pos="0">
                  <a:srgbClr val="00806F">
                    <a:alpha val="0"/>
                  </a:srgbClr>
                </a:gs>
                <a:gs pos="34000">
                  <a:srgbClr val="00867D">
                    <a:alpha val="0"/>
                  </a:srgbClr>
                </a:gs>
                <a:gs pos="67000">
                  <a:srgbClr val="00867D"/>
                </a:gs>
                <a:gs pos="100000">
                  <a:srgbClr val="036E68"/>
                </a:gs>
              </a:gsLst>
              <a:lin ang="19652065" scaled="1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633"/>
            </a:p>
          </p:txBody>
        </p:sp>
      </p:grpSp>
      <p:sp>
        <p:nvSpPr>
          <p:cNvPr id="12" name="Graphic 7">
            <a:extLst>
              <a:ext uri="{FF2B5EF4-FFF2-40B4-BE49-F238E27FC236}">
                <a16:creationId xmlns:a16="http://schemas.microsoft.com/office/drawing/2014/main" id="{A9C163E3-CE43-4B41-8D09-74D33B5A0162}"/>
              </a:ext>
            </a:extLst>
          </p:cNvPr>
          <p:cNvSpPr/>
          <p:nvPr/>
        </p:nvSpPr>
        <p:spPr bwMode="ltGray">
          <a:xfrm>
            <a:off x="0" y="3231177"/>
            <a:ext cx="12192000" cy="3641911"/>
          </a:xfrm>
          <a:custGeom>
            <a:avLst/>
            <a:gdLst>
              <a:gd name="connsiteX0" fmla="*/ 4401566 w 12192000"/>
              <a:gd name="connsiteY0" fmla="*/ 2429574 h 4014533"/>
              <a:gd name="connsiteX1" fmla="*/ 0 w 12192000"/>
              <a:gd name="connsiteY1" fmla="*/ 1914462 h 4014533"/>
              <a:gd name="connsiteX2" fmla="*/ 0 w 12192000"/>
              <a:gd name="connsiteY2" fmla="*/ 4014534 h 4014533"/>
              <a:gd name="connsiteX3" fmla="*/ 12192000 w 12192000"/>
              <a:gd name="connsiteY3" fmla="*/ 4014534 h 4014533"/>
              <a:gd name="connsiteX4" fmla="*/ 12192000 w 12192000"/>
              <a:gd name="connsiteY4" fmla="*/ 0 h 4014533"/>
              <a:gd name="connsiteX5" fmla="*/ 4401566 w 12192000"/>
              <a:gd name="connsiteY5" fmla="*/ 2429574 h 40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014533">
                <a:moveTo>
                  <a:pt x="4401566" y="2429574"/>
                </a:moveTo>
                <a:cubicBezTo>
                  <a:pt x="2427827" y="2429574"/>
                  <a:pt x="819023" y="2113820"/>
                  <a:pt x="0" y="1914462"/>
                </a:cubicBezTo>
                <a:lnTo>
                  <a:pt x="0" y="4014534"/>
                </a:lnTo>
                <a:lnTo>
                  <a:pt x="12192000" y="4014534"/>
                </a:lnTo>
                <a:lnTo>
                  <a:pt x="12192000" y="0"/>
                </a:lnTo>
                <a:cubicBezTo>
                  <a:pt x="12192000" y="0"/>
                  <a:pt x="11434255" y="2429574"/>
                  <a:pt x="4401566" y="242957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35000">
                <a:schemeClr val="accent2"/>
              </a:gs>
              <a:gs pos="100000">
                <a:srgbClr val="FFFFFF">
                  <a:alpha val="65000"/>
                </a:srgbClr>
              </a:gs>
            </a:gsLst>
            <a:lin ang="16800000" scaled="0"/>
          </a:gradFill>
          <a:ln w="3175" cap="flat">
            <a:noFill/>
            <a:prstDash val="solid"/>
            <a:miter/>
          </a:ln>
          <a:effectLst>
            <a:softEdge rad="0"/>
          </a:effectLst>
        </p:spPr>
        <p:txBody>
          <a:bodyPr rtlCol="0" anchor="ctr"/>
          <a:lstStyle/>
          <a:p>
            <a:endParaRPr lang="en-GB" sz="1633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E50D9F-72A8-CFBC-26EF-5D337EEA5D04}"/>
              </a:ext>
            </a:extLst>
          </p:cNvPr>
          <p:cNvSpPr/>
          <p:nvPr/>
        </p:nvSpPr>
        <p:spPr>
          <a:xfrm>
            <a:off x="9846" y="90580"/>
            <a:ext cx="12172309" cy="643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E72FFB-96E9-594E-BE8B-A12E49D52A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26" b="30878"/>
          <a:stretch/>
        </p:blipFill>
        <p:spPr>
          <a:xfrm>
            <a:off x="0" y="-1315"/>
            <a:ext cx="12182155" cy="8794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436355" y="1280295"/>
            <a:ext cx="9794211" cy="56742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266"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436355" y="2109823"/>
            <a:ext cx="9794211" cy="251464"/>
          </a:xfrm>
        </p:spPr>
        <p:txBody>
          <a:bodyPr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sz="1633"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Additional information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6355" y="5622712"/>
            <a:ext cx="5704289" cy="27812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14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36354" y="5962695"/>
            <a:ext cx="5704289" cy="278121"/>
          </a:xfrm>
        </p:spPr>
        <p:txBody>
          <a:bodyPr vert="horz" lIns="0" tIns="0" rIns="0" bIns="0" rtlCol="0"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lang="en-US" sz="1814" dirty="0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21802" y="6291155"/>
            <a:ext cx="5704289" cy="278028"/>
          </a:xfrm>
        </p:spPr>
        <p:txBody>
          <a:bodyPr vert="horz" lIns="0" tIns="0" rIns="0" bIns="0" rtlCol="0"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lang="en-US" sz="1814" dirty="0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XX.XX.2025</a:t>
            </a: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59501588-871F-054D-67E8-AC286DA51B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68"/>
          <a:stretch/>
        </p:blipFill>
        <p:spPr>
          <a:xfrm>
            <a:off x="8958658" y="248420"/>
            <a:ext cx="3076150" cy="3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3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bg>
      <p:bgPr>
        <a:gradFill rotWithShape="1">
          <a:gsLst>
            <a:gs pos="0">
              <a:schemeClr val="accent1">
                <a:lumMod val="75000"/>
                <a:alpha val="80000"/>
              </a:schemeClr>
            </a:gs>
            <a:gs pos="100000">
              <a:schemeClr val="accent2">
                <a:lumMod val="5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7C1F5D-6763-F32F-6F66-4836F586090E}"/>
              </a:ext>
            </a:extLst>
          </p:cNvPr>
          <p:cNvSpPr/>
          <p:nvPr/>
        </p:nvSpPr>
        <p:spPr>
          <a:xfrm>
            <a:off x="9846" y="90580"/>
            <a:ext cx="12172309" cy="6435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E72FFB-96E9-594E-BE8B-A12E49D52A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26" b="30878"/>
          <a:stretch/>
        </p:blipFill>
        <p:spPr>
          <a:xfrm>
            <a:off x="0" y="-1315"/>
            <a:ext cx="12182155" cy="8794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16" y="1448"/>
          <a:ext cx="181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9" imgH="398" progId="TCLayout.ActiveDocument.1">
                  <p:embed/>
                </p:oleObj>
              </mc:Choice>
              <mc:Fallback>
                <p:oleObj name="think-cell Slide" r:id="rId4" imgW="399" imgH="398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6" y="1448"/>
                        <a:ext cx="181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6355" y="1280295"/>
            <a:ext cx="9794211" cy="56742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266"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5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36355" y="2109823"/>
            <a:ext cx="9794211" cy="251464"/>
          </a:xfrm>
        </p:spPr>
        <p:txBody>
          <a:bodyPr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sz="1633"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Additional information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5AA3C8BF-A280-6110-0010-2FA11384FF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68"/>
          <a:stretch/>
        </p:blipFill>
        <p:spPr>
          <a:xfrm>
            <a:off x="8958658" y="248420"/>
            <a:ext cx="3076150" cy="305818"/>
          </a:xfrm>
          <a:prstGeom prst="rect">
            <a:avLst/>
          </a:prstGeom>
        </p:spPr>
      </p:pic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36355" y="5010286"/>
            <a:ext cx="5704289" cy="27812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14">
                <a:solidFill>
                  <a:schemeClr val="tx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6354" y="5442438"/>
            <a:ext cx="5704289" cy="278121"/>
          </a:xfrm>
        </p:spPr>
        <p:txBody>
          <a:bodyPr vert="horz" lIns="0" tIns="0" rIns="0" bIns="0" rtlCol="0"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lang="en-US" sz="1814" dirty="0">
                <a:solidFill>
                  <a:schemeClr val="tx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21802" y="5874589"/>
            <a:ext cx="5704289" cy="278028"/>
          </a:xfrm>
        </p:spPr>
        <p:txBody>
          <a:bodyPr vert="horz" lIns="0" tIns="0" rIns="0" bIns="0" rtlCol="0"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lang="en-US" sz="1814" dirty="0">
                <a:solidFill>
                  <a:schemeClr val="tx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XX.XX.2025</a:t>
            </a:r>
          </a:p>
        </p:txBody>
      </p:sp>
    </p:spTree>
    <p:extLst>
      <p:ext uri="{BB962C8B-B14F-4D97-AF65-F5344CB8AC3E}">
        <p14:creationId xmlns:p14="http://schemas.microsoft.com/office/powerpoint/2010/main" val="3691463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5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16" y="1448"/>
          <a:ext cx="181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9" imgH="398" progId="TCLayout.ActiveDocument.1">
                  <p:embed/>
                </p:oleObj>
              </mc:Choice>
              <mc:Fallback>
                <p:oleObj name="think-cell Slide" r:id="rId3" imgW="399" imgH="398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6" y="1448"/>
                        <a:ext cx="181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6355" y="1280295"/>
            <a:ext cx="9794211" cy="56742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266"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5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36355" y="2109823"/>
            <a:ext cx="9794211" cy="251464"/>
          </a:xfrm>
        </p:spPr>
        <p:txBody>
          <a:bodyPr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sz="1633"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Additional information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36355" y="3092115"/>
            <a:ext cx="5704289" cy="27812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14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6354" y="3524268"/>
            <a:ext cx="5704289" cy="278121"/>
          </a:xfrm>
        </p:spPr>
        <p:txBody>
          <a:bodyPr vert="horz" lIns="0" tIns="0" rIns="0" bIns="0" rtlCol="0"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lang="en-US" sz="1814" dirty="0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21802" y="3956419"/>
            <a:ext cx="5704289" cy="278028"/>
          </a:xfrm>
        </p:spPr>
        <p:txBody>
          <a:bodyPr vert="horz" lIns="0" tIns="0" rIns="0" bIns="0" rtlCol="0">
            <a:normAutofit/>
          </a:bodyPr>
          <a:lstStyle>
            <a:lvl1pPr marL="0" indent="0" rtl="0">
              <a:buFont typeface="Arial" panose="020B0604020202020204" pitchFamily="34" charset="0"/>
              <a:buNone/>
              <a:defRPr lang="en-US" sz="1814" dirty="0">
                <a:solidFill>
                  <a:schemeClr val="bg1"/>
                </a:solidFill>
                <a:latin typeface="SKODA Next" panose="020B05040206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XX.XX.2025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9922A-2B07-A5DF-0B72-279D5C4DA4DA}"/>
              </a:ext>
            </a:extLst>
          </p:cNvPr>
          <p:cNvSpPr/>
          <p:nvPr/>
        </p:nvSpPr>
        <p:spPr>
          <a:xfrm>
            <a:off x="9846" y="90580"/>
            <a:ext cx="12172309" cy="643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AF09B-C757-7703-82B0-F243868F4C8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26" b="30878"/>
          <a:stretch/>
        </p:blipFill>
        <p:spPr>
          <a:xfrm>
            <a:off x="0" y="-1315"/>
            <a:ext cx="12182155" cy="8794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10374EC1-D539-8813-491D-8B3B525BD3A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68"/>
          <a:stretch/>
        </p:blipFill>
        <p:spPr>
          <a:xfrm>
            <a:off x="8958658" y="248420"/>
            <a:ext cx="3076150" cy="3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22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Slide 1">
    <p:bg bwMode="grayWhite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5D5B474-9C31-7E04-AEC0-57A8783F9D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217680" y="1853033"/>
            <a:ext cx="434603" cy="35796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53F7479-9FE2-590E-561D-85CE339D2C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688855" y="1853032"/>
            <a:ext cx="10095159" cy="357983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/>
            </a:lvl4pPr>
            <a:lvl5pPr marL="0" indent="0">
              <a:spcBef>
                <a:spcPts val="0"/>
              </a:spcBef>
              <a:buFontTx/>
              <a:buNone/>
              <a:defRPr sz="2400" b="0"/>
            </a:lvl5pPr>
          </a:lstStyle>
          <a:p>
            <a:pPr lvl="0"/>
            <a:r>
              <a:rPr lang="en-US" noProof="0" dirty="0"/>
              <a:t>Click to edit agenda point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42A0BD6D-AB85-A42C-1412-F50A32AFD9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17680" y="2692668"/>
            <a:ext cx="434603" cy="35796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819DBABE-ACB2-C090-F6CC-87CBBDA58F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88855" y="2692667"/>
            <a:ext cx="10095159" cy="357983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/>
            </a:lvl4pPr>
            <a:lvl5pPr marL="0" indent="0">
              <a:spcBef>
                <a:spcPts val="0"/>
              </a:spcBef>
              <a:buFontTx/>
              <a:buNone/>
              <a:defRPr sz="2400" b="0"/>
            </a:lvl5pPr>
          </a:lstStyle>
          <a:p>
            <a:pPr lvl="0"/>
            <a:r>
              <a:rPr lang="en-US" noProof="0"/>
              <a:t>Click to edit agenda point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F49BC8D0-8A36-668E-8B35-558977DEFA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17680" y="3532303"/>
            <a:ext cx="434603" cy="35796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196B8740-15E9-F0DC-7C07-3FABD55AC1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88855" y="3532302"/>
            <a:ext cx="10095159" cy="357983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/>
            </a:lvl4pPr>
            <a:lvl5pPr marL="0" indent="0">
              <a:spcBef>
                <a:spcPts val="0"/>
              </a:spcBef>
              <a:buFontTx/>
              <a:buNone/>
              <a:defRPr sz="2400" b="0"/>
            </a:lvl5pPr>
          </a:lstStyle>
          <a:p>
            <a:pPr lvl="0"/>
            <a:r>
              <a:rPr lang="en-US" noProof="0"/>
              <a:t>Click to edit agenda point</a:t>
            </a:r>
          </a:p>
        </p:txBody>
      </p:sp>
      <p:sp>
        <p:nvSpPr>
          <p:cNvPr id="26" name="Textplatzhalter 9">
            <a:extLst>
              <a:ext uri="{FF2B5EF4-FFF2-40B4-BE49-F238E27FC236}">
                <a16:creationId xmlns:a16="http://schemas.microsoft.com/office/drawing/2014/main" id="{7A3FBD83-B6AE-A0D2-F092-D70D71091E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17680" y="4371938"/>
            <a:ext cx="434603" cy="35796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platzhalter 9">
            <a:extLst>
              <a:ext uri="{FF2B5EF4-FFF2-40B4-BE49-F238E27FC236}">
                <a16:creationId xmlns:a16="http://schemas.microsoft.com/office/drawing/2014/main" id="{654DF231-D9E3-7E30-F4E7-1BAB70654B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88855" y="4371937"/>
            <a:ext cx="10095159" cy="357983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/>
            </a:lvl4pPr>
            <a:lvl5pPr marL="0" indent="0">
              <a:spcBef>
                <a:spcPts val="0"/>
              </a:spcBef>
              <a:buFontTx/>
              <a:buNone/>
              <a:defRPr sz="2400" b="0"/>
            </a:lvl5pPr>
          </a:lstStyle>
          <a:p>
            <a:pPr lvl="0"/>
            <a:r>
              <a:rPr lang="en-US" noProof="0"/>
              <a:t>Click to edit agenda point</a:t>
            </a:r>
          </a:p>
        </p:txBody>
      </p:sp>
      <p:sp>
        <p:nvSpPr>
          <p:cNvPr id="28" name="Textplatzhalter 9">
            <a:extLst>
              <a:ext uri="{FF2B5EF4-FFF2-40B4-BE49-F238E27FC236}">
                <a16:creationId xmlns:a16="http://schemas.microsoft.com/office/drawing/2014/main" id="{8C6F06D0-EFCB-F7DA-318A-C4B31B60F9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17680" y="5211573"/>
            <a:ext cx="434603" cy="35796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4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9" name="Textplatzhalter 9">
            <a:extLst>
              <a:ext uri="{FF2B5EF4-FFF2-40B4-BE49-F238E27FC236}">
                <a16:creationId xmlns:a16="http://schemas.microsoft.com/office/drawing/2014/main" id="{F708F355-893B-11D0-171B-7CBA24AB97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688855" y="5211572"/>
            <a:ext cx="10095159" cy="357983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2177" b="0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400" b="0"/>
            </a:lvl2pPr>
            <a:lvl3pPr marL="0" indent="0">
              <a:spcBef>
                <a:spcPts val="0"/>
              </a:spcBef>
              <a:buFontTx/>
              <a:buNone/>
              <a:defRPr sz="2400" b="0"/>
            </a:lvl3pPr>
            <a:lvl4pPr marL="0" indent="0">
              <a:spcBef>
                <a:spcPts val="0"/>
              </a:spcBef>
              <a:buFontTx/>
              <a:buNone/>
              <a:defRPr sz="2400" b="0"/>
            </a:lvl4pPr>
            <a:lvl5pPr marL="0" indent="0">
              <a:spcBef>
                <a:spcPts val="0"/>
              </a:spcBef>
              <a:buFontTx/>
              <a:buNone/>
              <a:defRPr sz="2400" b="0"/>
            </a:lvl5pPr>
          </a:lstStyle>
          <a:p>
            <a:pPr lvl="0"/>
            <a:r>
              <a:rPr lang="en-US" noProof="0"/>
              <a:t>Click to edit agenda point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74E2CEC7-11A1-A004-ECB6-97277C9217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43E4EE-0ED9-F0A4-32F6-2EB1275179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770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Headline Slide">
    <p:bg bwMode="grayWhite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E28A52B5-B386-00AD-6B39-0C822418339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DB5AD2A2-04A2-C95B-56FE-1FAA0AD1EB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777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nly Headline Slide">
    <p:bg bwMode="grayWhite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0C2F4C-D062-2EB6-255D-B8733161E33C}"/>
              </a:ext>
            </a:extLst>
          </p:cNvPr>
          <p:cNvSpPr/>
          <p:nvPr/>
        </p:nvSpPr>
        <p:spPr>
          <a:xfrm>
            <a:off x="0" y="1"/>
            <a:ext cx="12192000" cy="620301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60000"/>
                </a:schemeClr>
              </a:gs>
              <a:gs pos="46000">
                <a:schemeClr val="accent4">
                  <a:lumMod val="95000"/>
                  <a:lumOff val="5000"/>
                  <a:alpha val="80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E28A52B5-B386-00AD-6B39-0C822418339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bg1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DB5AD2A2-04A2-C95B-56FE-1FAA0AD1EB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  <p:pic>
        <p:nvPicPr>
          <p:cNvPr id="9" name="Picture 8" descr="A green circle with a steering wheel and a couple of people connected to it&#10;&#10;Description automatically generated">
            <a:extLst>
              <a:ext uri="{FF2B5EF4-FFF2-40B4-BE49-F238E27FC236}">
                <a16:creationId xmlns:a16="http://schemas.microsoft.com/office/drawing/2014/main" id="{08DE0249-944F-8914-737B-8E6471866E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331" y="102015"/>
            <a:ext cx="611321" cy="41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3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nly Headline Slide">
    <p:bg bwMode="grayWhite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0C2F4C-D062-2EB6-255D-B8733161E33C}"/>
              </a:ext>
            </a:extLst>
          </p:cNvPr>
          <p:cNvSpPr/>
          <p:nvPr/>
        </p:nvSpPr>
        <p:spPr>
          <a:xfrm>
            <a:off x="0" y="1"/>
            <a:ext cx="12192000" cy="620301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E28A52B5-B386-00AD-6B39-0C822418339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tx1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DB5AD2A2-04A2-C95B-56FE-1FAA0AD1EB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  <p:pic>
        <p:nvPicPr>
          <p:cNvPr id="9" name="Picture 8" descr="A green circle with a steering wheel and a couple of people connected to it&#10;&#10;Description automatically generated">
            <a:extLst>
              <a:ext uri="{FF2B5EF4-FFF2-40B4-BE49-F238E27FC236}">
                <a16:creationId xmlns:a16="http://schemas.microsoft.com/office/drawing/2014/main" id="{08DE0249-944F-8914-737B-8E6471866E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331" y="102015"/>
            <a:ext cx="611321" cy="41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50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pter divider">
    <p:bg bwMode="grayWhite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D83F21BA-482F-E32E-F66A-7FF22075043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435600" y="673287"/>
            <a:ext cx="1480912" cy="1825768"/>
          </a:xfrm>
          <a:prstGeom prst="roundRect">
            <a:avLst>
              <a:gd name="adj" fmla="val 24235"/>
            </a:avLst>
          </a:prstGeom>
          <a:ln w="47625">
            <a:solidFill>
              <a:srgbClr val="C2FE06"/>
            </a:solidFill>
          </a:ln>
        </p:spPr>
        <p:txBody>
          <a:bodyPr wrap="none" lIns="0" tIns="0" rIns="0" bIns="0" anchor="ctr" anchorCtr="0">
            <a:noAutofit/>
          </a:bodyPr>
          <a:lstStyle>
            <a:lvl1pPr marL="0" indent="0" algn="ctr">
              <a:spcBef>
                <a:spcPts val="0"/>
              </a:spcBef>
              <a:buFont typeface="The Group TEXT" panose="020B0604020202020204" pitchFamily="34" charset="0"/>
              <a:buNone/>
              <a:defRPr sz="9600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buFont typeface="The Group TEXT" panose="020B0604020202020204" pitchFamily="34" charset="0"/>
              <a:buNone/>
              <a:defRPr sz="27500" b="0">
                <a:solidFill>
                  <a:schemeClr val="accent3"/>
                </a:solidFill>
              </a:defRPr>
            </a:lvl2pPr>
            <a:lvl3pPr marL="0" indent="0">
              <a:buNone/>
              <a:defRPr sz="27500" b="0">
                <a:solidFill>
                  <a:schemeClr val="accent3"/>
                </a:solidFill>
              </a:defRPr>
            </a:lvl3pPr>
            <a:lvl4pPr marL="0" indent="0">
              <a:buNone/>
              <a:defRPr sz="27500" b="0">
                <a:solidFill>
                  <a:schemeClr val="accent3"/>
                </a:solidFill>
              </a:defRPr>
            </a:lvl4pPr>
            <a:lvl5pPr marL="0" indent="0">
              <a:buNone/>
              <a:defRPr sz="27500" b="0">
                <a:solidFill>
                  <a:schemeClr val="accent3"/>
                </a:solidFill>
              </a:defRPr>
            </a:lvl5pPr>
            <a:lvl6pPr marL="0" indent="0">
              <a:buNone/>
              <a:defRPr sz="27500" b="0">
                <a:solidFill>
                  <a:schemeClr val="accent3"/>
                </a:solidFill>
              </a:defRPr>
            </a:lvl6pPr>
            <a:lvl7pPr marL="0" indent="0">
              <a:buNone/>
              <a:defRPr sz="27500" b="0">
                <a:solidFill>
                  <a:schemeClr val="accent3"/>
                </a:solidFill>
              </a:defRPr>
            </a:lvl7pPr>
            <a:lvl8pPr marL="0" indent="0">
              <a:buNone/>
              <a:defRPr sz="27500" b="0">
                <a:solidFill>
                  <a:schemeClr val="accent3"/>
                </a:solidFill>
              </a:defRPr>
            </a:lvl8pPr>
            <a:lvl9pPr marL="0" indent="0">
              <a:buNone/>
              <a:defRPr sz="27500" b="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 noProof="0" dirty="0"/>
              <a:t>0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59759F0-1920-A37F-E8BA-04476E5EAF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07989" y="4480427"/>
            <a:ext cx="11376017" cy="238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452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 err="1"/>
              <a:t>Subheader</a:t>
            </a:r>
            <a:r>
              <a:rPr lang="en-US" noProof="0" dirty="0"/>
              <a:t> in The Group Text Regular 16pt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A8E5BCC-85E9-E1FD-520F-00F2EBA2211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07035" y="3005250"/>
            <a:ext cx="11376978" cy="1105669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The Group TEXT" panose="020B0604020202020204" pitchFamily="34" charset="0"/>
              <a:buNone/>
              <a:defRPr sz="3992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spcBef>
                <a:spcPts val="0"/>
              </a:spcBef>
              <a:buFont typeface="The Group TEXT" panose="020B0604020202020204" pitchFamily="34" charset="0"/>
              <a:buNone/>
              <a:defRPr sz="32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Chapter divider, max. two lines in The Group Head Light 44pt, White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52AEF4A-5F70-605F-E1A0-AF1BABDBAD0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07989" y="4934744"/>
            <a:ext cx="11376017" cy="238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452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322778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ent 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242EC26B-46AB-4C7B-F860-29E6D03A7B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A8DC8338-2DC8-835F-90D7-3A4E3C4E1B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399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 Title, text and bar grapg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5AA82408-251D-CDF1-927C-30A954BF1EA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AB252571-14B2-1DE5-EF7F-E7207ABC9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70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51">
          <p15:clr>
            <a:srgbClr val="F26B43"/>
          </p15:clr>
        </p15:guide>
        <p15:guide id="2" pos="5110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 Title, action title and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E7460-C7D3-03A9-6131-23A8F994D67D}"/>
              </a:ext>
            </a:extLst>
          </p:cNvPr>
          <p:cNvSpPr>
            <a:spLocks noGrp="1"/>
          </p:cNvSpPr>
          <p:nvPr>
            <p:ph sz="quarter" idx="15"/>
          </p:nvPr>
        </p:nvSpPr>
        <p:spPr bwMode="auto">
          <a:xfrm>
            <a:off x="407989" y="1422399"/>
            <a:ext cx="11376020" cy="4608513"/>
          </a:xfrm>
        </p:spPr>
        <p:txBody>
          <a:bodyPr>
            <a:normAutofit/>
          </a:bodyPr>
          <a:lstStyle>
            <a:lvl1pPr>
              <a:defRPr sz="1452">
                <a:latin typeface="SKODA Next" panose="020B0504020603020204" pitchFamily="34" charset="0"/>
              </a:defRPr>
            </a:lvl1pPr>
            <a:lvl2pPr>
              <a:defRPr sz="1452">
                <a:latin typeface="SKODA Next" panose="020B0504020603020204" pitchFamily="34" charset="0"/>
              </a:defRPr>
            </a:lvl2pPr>
            <a:lvl3pPr>
              <a:defRPr sz="1452">
                <a:latin typeface="SKODA Next" panose="020B0504020603020204" pitchFamily="34" charset="0"/>
              </a:defRPr>
            </a:lvl3pPr>
            <a:lvl4pPr>
              <a:defRPr sz="1452">
                <a:latin typeface="SKODA Next" panose="020B0504020603020204" pitchFamily="34" charset="0"/>
              </a:defRPr>
            </a:lvl4pPr>
            <a:lvl5pPr>
              <a:defRPr sz="1452">
                <a:latin typeface="SKODA Next" panose="020B05040206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4663C185-9F1C-21BE-52F9-7CF3CCAA00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4AB3E9DD-4CAC-F54C-DA5E-D03DA5C8F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48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ng Dat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44D471D-E773-4D61-9549-FDA7760BE5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8583785"/>
              </p:ext>
            </p:extLst>
          </p:nvPr>
        </p:nvGraphicFramePr>
        <p:xfrm>
          <a:off x="2590889" y="2571207"/>
          <a:ext cx="7010222" cy="3186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48">
            <a:extLst>
              <a:ext uri="{FF2B5EF4-FFF2-40B4-BE49-F238E27FC236}">
                <a16:creationId xmlns:a16="http://schemas.microsoft.com/office/drawing/2014/main" id="{A6F3C9B8-CDC7-DEBD-E718-5ED848BF8A63}"/>
              </a:ext>
            </a:extLst>
          </p:cNvPr>
          <p:cNvSpPr txBox="1">
            <a:spLocks/>
          </p:cNvSpPr>
          <p:nvPr/>
        </p:nvSpPr>
        <p:spPr>
          <a:xfrm>
            <a:off x="406549" y="4308666"/>
            <a:ext cx="1981582" cy="101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indent="0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400" b="1" dirty="0">
                <a:solidFill>
                  <a:srgbClr val="000000"/>
                </a:solidFill>
                <a:latin typeface="SKODA Next" panose="020B0504020603020204" pitchFamily="34" charset="0"/>
              </a:rPr>
              <a:t>Comparing data </a:t>
            </a:r>
          </a:p>
          <a:p>
            <a:pPr marL="0" indent="0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200" dirty="0">
                <a:solidFill>
                  <a:srgbClr val="000000"/>
                </a:solidFill>
                <a:latin typeface="SKODA Next" panose="020B0504020603020204" pitchFamily="34" charset="0"/>
              </a:rPr>
              <a:t>Use similar colours for similar information. This will make your data simple to read and easy to compare. </a:t>
            </a:r>
          </a:p>
        </p:txBody>
      </p:sp>
      <p:sp>
        <p:nvSpPr>
          <p:cNvPr id="7" name="TextBox 48">
            <a:extLst>
              <a:ext uri="{FF2B5EF4-FFF2-40B4-BE49-F238E27FC236}">
                <a16:creationId xmlns:a16="http://schemas.microsoft.com/office/drawing/2014/main" id="{F8C7E430-0E58-3D14-052E-4472878A3F3D}"/>
              </a:ext>
            </a:extLst>
          </p:cNvPr>
          <p:cNvSpPr txBox="1">
            <a:spLocks/>
          </p:cNvSpPr>
          <p:nvPr/>
        </p:nvSpPr>
        <p:spPr>
          <a:xfrm>
            <a:off x="9802277" y="2571206"/>
            <a:ext cx="1981582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indent="0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200" dirty="0">
                <a:solidFill>
                  <a:srgbClr val="008C82"/>
                </a:solidFill>
                <a:latin typeface="SKODA Next" panose="020B0504020603020204" pitchFamily="34" charset="0"/>
              </a:rPr>
              <a:t>Emphasise on a particular data point — add a connected text field for more details or related action item.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6280DE-EA81-F84E-4213-3D0037290FF5}"/>
              </a:ext>
            </a:extLst>
          </p:cNvPr>
          <p:cNvSpPr/>
          <p:nvPr/>
        </p:nvSpPr>
        <p:spPr>
          <a:xfrm>
            <a:off x="8291888" y="2107005"/>
            <a:ext cx="1007893" cy="369491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8" tIns="71998" rIns="71998" bIns="71998" rtlCol="0" anchor="t" anchorCtr="0"/>
          <a:lstStyle/>
          <a:p>
            <a:pPr marL="180001" indent="-180001" defTabSz="914406">
              <a:spcBef>
                <a:spcPts val="600"/>
              </a:spcBef>
              <a:buFont typeface="The Group TEXT" panose="020B0604020202020204" pitchFamily="34" charset="0"/>
              <a:buChar char="•"/>
              <a:defRPr/>
            </a:pPr>
            <a:endParaRPr lang="en-GB" sz="1600">
              <a:solidFill>
                <a:srgbClr val="000000"/>
              </a:solidFill>
              <a:latin typeface="SKODA Next" panose="020B0504020603020204" pitchFamily="34" charset="0"/>
            </a:endParaRPr>
          </a:p>
        </p:txBody>
      </p:sp>
      <p:sp>
        <p:nvSpPr>
          <p:cNvPr id="9" name="TextBox 48">
            <a:extLst>
              <a:ext uri="{FF2B5EF4-FFF2-40B4-BE49-F238E27FC236}">
                <a16:creationId xmlns:a16="http://schemas.microsoft.com/office/drawing/2014/main" id="{E8A0848A-D6D1-E9EB-6E98-B4AF7A4E86A3}"/>
              </a:ext>
            </a:extLst>
          </p:cNvPr>
          <p:cNvSpPr txBox="1">
            <a:spLocks/>
          </p:cNvSpPr>
          <p:nvPr/>
        </p:nvSpPr>
        <p:spPr>
          <a:xfrm>
            <a:off x="8489311" y="2213391"/>
            <a:ext cx="613046" cy="3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indent="0" algn="ctr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600">
                <a:solidFill>
                  <a:srgbClr val="008C82"/>
                </a:solidFill>
                <a:latin typeface="SKODA Next" panose="020B0504020603020204" pitchFamily="34" charset="0"/>
              </a:rPr>
              <a:t>+24%</a:t>
            </a: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AF6F2873-4E09-0ED7-36C7-C01C5AC4FCAA}"/>
              </a:ext>
            </a:extLst>
          </p:cNvPr>
          <p:cNvSpPr txBox="1">
            <a:spLocks/>
          </p:cNvSpPr>
          <p:nvPr/>
        </p:nvSpPr>
        <p:spPr>
          <a:xfrm>
            <a:off x="7168403" y="2213391"/>
            <a:ext cx="613046" cy="3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indent="0" algn="ctr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600">
                <a:solidFill>
                  <a:srgbClr val="000000"/>
                </a:solidFill>
                <a:latin typeface="SKODA Next" panose="020B0504020603020204" pitchFamily="34" charset="0"/>
              </a:rPr>
              <a:t>+7%</a:t>
            </a:r>
          </a:p>
        </p:txBody>
      </p:sp>
      <p:sp>
        <p:nvSpPr>
          <p:cNvPr id="11" name="TextBox 48">
            <a:extLst>
              <a:ext uri="{FF2B5EF4-FFF2-40B4-BE49-F238E27FC236}">
                <a16:creationId xmlns:a16="http://schemas.microsoft.com/office/drawing/2014/main" id="{F0F95625-BD44-7D1F-4F84-51F2154DBEC1}"/>
              </a:ext>
            </a:extLst>
          </p:cNvPr>
          <p:cNvSpPr txBox="1">
            <a:spLocks/>
          </p:cNvSpPr>
          <p:nvPr/>
        </p:nvSpPr>
        <p:spPr>
          <a:xfrm>
            <a:off x="5847494" y="2213391"/>
            <a:ext cx="613046" cy="3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indent="0" algn="ctr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600">
                <a:solidFill>
                  <a:srgbClr val="000000"/>
                </a:solidFill>
                <a:latin typeface="SKODA Next" panose="020B0504020603020204" pitchFamily="34" charset="0"/>
              </a:rPr>
              <a:t>+5%</a:t>
            </a:r>
          </a:p>
        </p:txBody>
      </p:sp>
      <p:sp>
        <p:nvSpPr>
          <p:cNvPr id="12" name="TextBox 48">
            <a:extLst>
              <a:ext uri="{FF2B5EF4-FFF2-40B4-BE49-F238E27FC236}">
                <a16:creationId xmlns:a16="http://schemas.microsoft.com/office/drawing/2014/main" id="{512D9DDE-D47A-5BAA-D6AF-21FDBA6422FA}"/>
              </a:ext>
            </a:extLst>
          </p:cNvPr>
          <p:cNvSpPr txBox="1">
            <a:spLocks/>
          </p:cNvSpPr>
          <p:nvPr/>
        </p:nvSpPr>
        <p:spPr>
          <a:xfrm>
            <a:off x="4526584" y="2213391"/>
            <a:ext cx="613046" cy="3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indent="0" algn="ctr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600">
                <a:solidFill>
                  <a:srgbClr val="000000"/>
                </a:solidFill>
                <a:latin typeface="SKODA Next" panose="020B0504020603020204" pitchFamily="34" charset="0"/>
              </a:rPr>
              <a:t>+12%</a:t>
            </a:r>
          </a:p>
        </p:txBody>
      </p:sp>
      <p:sp>
        <p:nvSpPr>
          <p:cNvPr id="13" name="TextBox 48">
            <a:extLst>
              <a:ext uri="{FF2B5EF4-FFF2-40B4-BE49-F238E27FC236}">
                <a16:creationId xmlns:a16="http://schemas.microsoft.com/office/drawing/2014/main" id="{ECBDDFAF-FF65-4FA0-CC41-4B212F70C4E8}"/>
              </a:ext>
            </a:extLst>
          </p:cNvPr>
          <p:cNvSpPr txBox="1">
            <a:spLocks/>
          </p:cNvSpPr>
          <p:nvPr/>
        </p:nvSpPr>
        <p:spPr>
          <a:xfrm>
            <a:off x="3205675" y="2213391"/>
            <a:ext cx="613046" cy="3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indent="0" algn="ctr" defTabSz="914383" fontAlgn="base">
              <a:lnSpc>
                <a:spcPct val="100000"/>
              </a:lnSpc>
              <a:spcAft>
                <a:spcPts val="451"/>
              </a:spcAft>
              <a:buClr>
                <a:srgbClr val="4C5356"/>
              </a:buClr>
              <a:buSzPct val="100000"/>
              <a:buNone/>
              <a:defRPr/>
            </a:pPr>
            <a:r>
              <a:rPr lang="en-GB" sz="1600">
                <a:solidFill>
                  <a:srgbClr val="000000"/>
                </a:solidFill>
                <a:latin typeface="SKODA Next" panose="020B0504020603020204" pitchFamily="34" charset="0"/>
              </a:rPr>
              <a:t>+10%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D10CCC-A0A2-C756-E03E-F6B3D7A5EB81}"/>
              </a:ext>
            </a:extLst>
          </p:cNvPr>
          <p:cNvCxnSpPr/>
          <p:nvPr/>
        </p:nvCxnSpPr>
        <p:spPr>
          <a:xfrm>
            <a:off x="9299780" y="2612770"/>
            <a:ext cx="384452" cy="0"/>
          </a:xfrm>
          <a:prstGeom prst="lin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12BDD34E-9175-9C2C-7663-922230EFC7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F4B2600D-8DED-268E-5F13-98F9E4674F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7A3E2180-5D5F-36CD-C710-2E0FA2C409A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07989" y="968286"/>
            <a:ext cx="11376017" cy="238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452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768003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1FD31B1-BAD9-1964-7DB9-2D3635BB49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0805294"/>
              </p:ext>
            </p:extLst>
          </p:nvPr>
        </p:nvGraphicFramePr>
        <p:xfrm>
          <a:off x="6352438" y="1408268"/>
          <a:ext cx="4673353" cy="4277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907E7B89-650A-04F3-62BA-4803487CED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032" y="1605068"/>
            <a:ext cx="4588709" cy="1758405"/>
          </a:xfrm>
        </p:spPr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7" name="TextBox 72">
            <a:extLst>
              <a:ext uri="{FF2B5EF4-FFF2-40B4-BE49-F238E27FC236}">
                <a16:creationId xmlns:a16="http://schemas.microsoft.com/office/drawing/2014/main" id="{63ED1DA1-4E63-3703-D586-AD3B51A09633}"/>
              </a:ext>
            </a:extLst>
          </p:cNvPr>
          <p:cNvSpPr txBox="1"/>
          <p:nvPr/>
        </p:nvSpPr>
        <p:spPr bwMode="gray">
          <a:xfrm>
            <a:off x="6435760" y="4998287"/>
            <a:ext cx="1232451" cy="1891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82954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The Group TEXT" panose="020B0604020202020204" pitchFamily="34" charset="0"/>
              </a:rPr>
              <a:t>Information 02</a:t>
            </a:r>
          </a:p>
          <a:p>
            <a:pPr marL="0" marR="0" lvl="0" indent="0" algn="l" defTabSz="82954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  <a:buClrTx/>
              <a:buSzTx/>
              <a:buFontTx/>
              <a:buNone/>
              <a:tabLst/>
              <a:defRPr/>
            </a:pPr>
            <a:endParaRPr kumimoji="0" lang="en-GB" sz="127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KODA Next" panose="020B0504020603020204" pitchFamily="34" charset="0"/>
              <a:ea typeface="+mn-ea"/>
              <a:cs typeface="+mn-cs"/>
            </a:endParaRPr>
          </a:p>
        </p:txBody>
      </p:sp>
      <p:sp>
        <p:nvSpPr>
          <p:cNvPr id="8" name="TextBox 73">
            <a:extLst>
              <a:ext uri="{FF2B5EF4-FFF2-40B4-BE49-F238E27FC236}">
                <a16:creationId xmlns:a16="http://schemas.microsoft.com/office/drawing/2014/main" id="{0DFFB41C-2C6F-554C-502A-6DDA166B64A5}"/>
              </a:ext>
            </a:extLst>
          </p:cNvPr>
          <p:cNvSpPr txBox="1"/>
          <p:nvPr/>
        </p:nvSpPr>
        <p:spPr bwMode="gray">
          <a:xfrm>
            <a:off x="5560463" y="3115927"/>
            <a:ext cx="1188887" cy="1891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82954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The Group TEXT" panose="020B0604020202020204" pitchFamily="34" charset="0"/>
              </a:rPr>
              <a:t>Information 03</a:t>
            </a:r>
          </a:p>
          <a:p>
            <a:pPr marL="0" marR="0" lvl="0" indent="0" algn="l" defTabSz="82954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  <a:buClrTx/>
              <a:buSzTx/>
              <a:buFontTx/>
              <a:buNone/>
              <a:tabLst/>
              <a:defRPr/>
            </a:pPr>
            <a:endParaRPr kumimoji="0" lang="en-GB" sz="127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KODA Next" panose="020B0504020603020204" pitchFamily="34" charset="0"/>
              <a:ea typeface="+mn-ea"/>
              <a:cs typeface="+mn-cs"/>
            </a:endParaRPr>
          </a:p>
        </p:txBody>
      </p:sp>
      <p:sp>
        <p:nvSpPr>
          <p:cNvPr id="9" name="TextBox 74">
            <a:extLst>
              <a:ext uri="{FF2B5EF4-FFF2-40B4-BE49-F238E27FC236}">
                <a16:creationId xmlns:a16="http://schemas.microsoft.com/office/drawing/2014/main" id="{256C7EF2-FF3F-AD75-D87A-31C8452BCB95}"/>
              </a:ext>
            </a:extLst>
          </p:cNvPr>
          <p:cNvSpPr txBox="1"/>
          <p:nvPr/>
        </p:nvSpPr>
        <p:spPr bwMode="gray">
          <a:xfrm>
            <a:off x="6304930" y="1807627"/>
            <a:ext cx="1188887" cy="1891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82954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The Group TEXT" panose="020B0604020202020204" pitchFamily="34" charset="0"/>
              </a:rPr>
              <a:t>Information 04</a:t>
            </a:r>
          </a:p>
        </p:txBody>
      </p:sp>
      <p:sp>
        <p:nvSpPr>
          <p:cNvPr id="10" name="Textfeld 6">
            <a:extLst>
              <a:ext uri="{FF2B5EF4-FFF2-40B4-BE49-F238E27FC236}">
                <a16:creationId xmlns:a16="http://schemas.microsoft.com/office/drawing/2014/main" id="{CDD2A365-F025-A48F-64CA-1747DCA91792}"/>
              </a:ext>
            </a:extLst>
          </p:cNvPr>
          <p:cNvSpPr txBox="1"/>
          <p:nvPr/>
        </p:nvSpPr>
        <p:spPr bwMode="gray">
          <a:xfrm>
            <a:off x="7192276" y="3608279"/>
            <a:ext cx="2993676" cy="1954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147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The Group TEXT" panose="020B0604020202020204" pitchFamily="34" charset="0"/>
              </a:rPr>
              <a:t>Details and synopsis </a:t>
            </a:r>
          </a:p>
        </p:txBody>
      </p:sp>
      <p:sp>
        <p:nvSpPr>
          <p:cNvPr id="11" name="TextBox 76">
            <a:extLst>
              <a:ext uri="{FF2B5EF4-FFF2-40B4-BE49-F238E27FC236}">
                <a16:creationId xmlns:a16="http://schemas.microsoft.com/office/drawing/2014/main" id="{C6DD9164-62E1-7F06-9D2F-3EF5C9F7733F}"/>
              </a:ext>
            </a:extLst>
          </p:cNvPr>
          <p:cNvSpPr txBox="1"/>
          <p:nvPr/>
        </p:nvSpPr>
        <p:spPr bwMode="gray">
          <a:xfrm>
            <a:off x="10687396" y="3610690"/>
            <a:ext cx="1099756" cy="1906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82954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The Group TEXT" panose="020B0604020202020204" pitchFamily="34" charset="0"/>
              </a:rPr>
              <a:t>Information 01</a:t>
            </a:r>
          </a:p>
          <a:p>
            <a:pPr marL="0" marR="0" lvl="0" indent="0" algn="r" defTabSz="82954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  <a:buClrTx/>
              <a:buSzTx/>
              <a:buFontTx/>
              <a:buNone/>
              <a:tabLst/>
              <a:defRPr/>
            </a:pPr>
            <a:endParaRPr kumimoji="0" lang="en-GB" sz="127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KODA Next" panose="020B0504020603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43">
            <a:extLst>
              <a:ext uri="{FF2B5EF4-FFF2-40B4-BE49-F238E27FC236}">
                <a16:creationId xmlns:a16="http://schemas.microsoft.com/office/drawing/2014/main" id="{907E7B89-650A-04F3-62BA-4803487CED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9032" y="3764510"/>
            <a:ext cx="4588709" cy="1692836"/>
          </a:xfrm>
        </p:spPr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4B6739C5-7C6F-9C82-A80B-8F6C7B5707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3B67715A-8456-BF26-64DF-B5533DF67A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91AB28-5F5A-0CF6-30AC-B228BBC72B0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07989" y="968286"/>
            <a:ext cx="11376017" cy="238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452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380668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047B93-6141-F644-464B-740A4C606266}"/>
              </a:ext>
            </a:extLst>
          </p:cNvPr>
          <p:cNvGrpSpPr/>
          <p:nvPr/>
        </p:nvGrpSpPr>
        <p:grpSpPr>
          <a:xfrm>
            <a:off x="370110" y="3082546"/>
            <a:ext cx="10319853" cy="1838651"/>
            <a:chOff x="407988" y="3397936"/>
            <a:chExt cx="11376025" cy="202677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AADD29D-6518-C851-4AA6-980AD516B8E6}"/>
                </a:ext>
              </a:extLst>
            </p:cNvPr>
            <p:cNvCxnSpPr/>
            <p:nvPr/>
          </p:nvCxnSpPr>
          <p:spPr>
            <a:xfrm>
              <a:off x="407988" y="3397936"/>
              <a:ext cx="11376025" cy="0"/>
            </a:xfrm>
            <a:prstGeom prst="line">
              <a:avLst/>
            </a:prstGeom>
            <a:ln w="9525">
              <a:solidFill>
                <a:srgbClr val="99A9AD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A045BF8-31B0-247A-E370-7AE68B11FA96}"/>
                </a:ext>
              </a:extLst>
            </p:cNvPr>
            <p:cNvCxnSpPr/>
            <p:nvPr/>
          </p:nvCxnSpPr>
          <p:spPr>
            <a:xfrm>
              <a:off x="407988" y="4416463"/>
              <a:ext cx="11376025" cy="0"/>
            </a:xfrm>
            <a:prstGeom prst="line">
              <a:avLst/>
            </a:prstGeom>
            <a:ln w="9525">
              <a:solidFill>
                <a:srgbClr val="99A9AD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20F1D0B-7EB6-39B1-DDFF-FB4A0E339994}"/>
                </a:ext>
              </a:extLst>
            </p:cNvPr>
            <p:cNvCxnSpPr/>
            <p:nvPr/>
          </p:nvCxnSpPr>
          <p:spPr>
            <a:xfrm>
              <a:off x="407988" y="5424708"/>
              <a:ext cx="11376025" cy="0"/>
            </a:xfrm>
            <a:prstGeom prst="line">
              <a:avLst/>
            </a:prstGeom>
            <a:ln w="9525">
              <a:solidFill>
                <a:srgbClr val="99A9AD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120496F-A8B8-30D0-37E7-34524DA4E8D5}"/>
              </a:ext>
            </a:extLst>
          </p:cNvPr>
          <p:cNvSpPr/>
          <p:nvPr/>
        </p:nvSpPr>
        <p:spPr>
          <a:xfrm>
            <a:off x="6080885" y="1328381"/>
            <a:ext cx="840993" cy="345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1" i="0" u="none" strike="noStrike" kern="1200" cap="none" spc="0" normalizeH="0" baseline="0" noProof="1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Release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1484-B367-E52D-C86C-6456923239AF}"/>
              </a:ext>
            </a:extLst>
          </p:cNvPr>
          <p:cNvSpPr/>
          <p:nvPr/>
        </p:nvSpPr>
        <p:spPr>
          <a:xfrm>
            <a:off x="499588" y="2303662"/>
            <a:ext cx="2620483" cy="778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Lorem ipsum dolor sit amet, consectetuer adipiscing elit, sed diam nonummy nibh euismod tincidunt ut laoreet dolore magna.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BF449A-5C85-C5D6-F4B2-95F24ECEB434}"/>
              </a:ext>
            </a:extLst>
          </p:cNvPr>
          <p:cNvSpPr/>
          <p:nvPr/>
        </p:nvSpPr>
        <p:spPr>
          <a:xfrm>
            <a:off x="499588" y="3227552"/>
            <a:ext cx="2620483" cy="778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Lorem ipsum dolor sit amet, consectetuer adipiscing elit, sed diam nonummy nibh euismod tincidunt ut laoreet dolore magna.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5952D1-CB11-02EF-3F39-8B08B90FFC0E}"/>
              </a:ext>
            </a:extLst>
          </p:cNvPr>
          <p:cNvSpPr/>
          <p:nvPr/>
        </p:nvSpPr>
        <p:spPr>
          <a:xfrm>
            <a:off x="499588" y="4151442"/>
            <a:ext cx="2620483" cy="778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Lorem ipsum dolor sit amet, consectetuer adipiscing elit, sed diam nonummy nibh euismod tincidunt ut laoreet dolore magna.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96B3-F527-6114-C221-AB18D1617134}"/>
              </a:ext>
            </a:extLst>
          </p:cNvPr>
          <p:cNvSpPr/>
          <p:nvPr/>
        </p:nvSpPr>
        <p:spPr>
          <a:xfrm>
            <a:off x="499588" y="5075333"/>
            <a:ext cx="2620483" cy="778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Lorem ipsum dolor sit amet, consectetuer adipiscing elit, sed diam nonummy nibh euismod tincidunt ut laoreet dolore magna.</a:t>
            </a:r>
          </a:p>
        </p:txBody>
      </p:sp>
      <p:graphicFrame>
        <p:nvGraphicFramePr>
          <p:cNvPr id="14" name="Table 9">
            <a:extLst>
              <a:ext uri="{FF2B5EF4-FFF2-40B4-BE49-F238E27FC236}">
                <a16:creationId xmlns:a16="http://schemas.microsoft.com/office/drawing/2014/main" id="{60CD938A-47BA-3A67-0452-BB9FA7773C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0933308"/>
              </p:ext>
            </p:extLst>
          </p:nvPr>
        </p:nvGraphicFramePr>
        <p:xfrm>
          <a:off x="3195479" y="1673455"/>
          <a:ext cx="8591672" cy="418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5973">
                  <a:extLst>
                    <a:ext uri="{9D8B030D-6E8A-4147-A177-3AD203B41FA5}">
                      <a16:colId xmlns:a16="http://schemas.microsoft.com/office/drawing/2014/main" val="605345110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1726672574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1120265697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1629514060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852079668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727252277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125147172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222669729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950483784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865746781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1504251053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3288016459"/>
                    </a:ext>
                  </a:extLst>
                </a:gridCol>
              </a:tblGrid>
              <a:tr h="239880">
                <a:tc>
                  <a:txBody>
                    <a:bodyPr/>
                    <a:lstStyle/>
                    <a:p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PHASE 1</a:t>
                      </a:r>
                    </a:p>
                  </a:txBody>
                  <a:tcPr marL="65315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</a:txBody>
                  <a:tcPr marL="65315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PHASE 3</a:t>
                      </a:r>
                    </a:p>
                  </a:txBody>
                  <a:tcPr marL="65315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PHASE 4</a:t>
                      </a: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700" spc="50" baseline="0">
                        <a:solidFill>
                          <a:schemeClr val="tx1"/>
                        </a:solidFill>
                      </a:endParaRPr>
                    </a:p>
                  </a:txBody>
                  <a:tcPr marL="65315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994420"/>
                  </a:ext>
                </a:extLst>
              </a:tr>
              <a:tr h="239880"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JAN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FEB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MAR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APR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MAY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JUL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SEP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OCT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>
                          <a:solidFill>
                            <a:schemeClr val="tx1"/>
                          </a:solidFill>
                        </a:rPr>
                        <a:t>NOV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spc="50" baseline="0" dirty="0">
                          <a:solidFill>
                            <a:schemeClr val="tx1"/>
                          </a:solidFill>
                        </a:rPr>
                        <a:t>DEC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9A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110630"/>
                  </a:ext>
                </a:extLst>
              </a:tr>
              <a:tr h="616834"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698729"/>
                  </a:ext>
                </a:extLst>
              </a:tr>
              <a:tr h="616834"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192101"/>
                  </a:ext>
                </a:extLst>
              </a:tr>
              <a:tr h="616834"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39368"/>
                  </a:ext>
                </a:extLst>
              </a:tr>
              <a:tr h="616834"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497061"/>
                  </a:ext>
                </a:extLst>
              </a:tr>
              <a:tr h="616834"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256205"/>
                  </a:ext>
                </a:extLst>
              </a:tr>
              <a:tr h="616834"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09180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4567E0E-8F38-37F8-E873-FC133E075800}"/>
              </a:ext>
            </a:extLst>
          </p:cNvPr>
          <p:cNvSpPr/>
          <p:nvPr/>
        </p:nvSpPr>
        <p:spPr>
          <a:xfrm>
            <a:off x="496701" y="2158655"/>
            <a:ext cx="2620483" cy="245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Category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503366-75E5-8A17-7BB7-285CAC2AD157}"/>
              </a:ext>
            </a:extLst>
          </p:cNvPr>
          <p:cNvSpPr/>
          <p:nvPr/>
        </p:nvSpPr>
        <p:spPr>
          <a:xfrm>
            <a:off x="496701" y="3110727"/>
            <a:ext cx="2620483" cy="245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Category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F2A3CB-CA20-707D-0C37-CC0A73A6EF28}"/>
              </a:ext>
            </a:extLst>
          </p:cNvPr>
          <p:cNvSpPr/>
          <p:nvPr/>
        </p:nvSpPr>
        <p:spPr>
          <a:xfrm>
            <a:off x="496701" y="4006435"/>
            <a:ext cx="2620483" cy="245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Category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7AC718-812E-A342-BBFF-24C5B430F32F}"/>
              </a:ext>
            </a:extLst>
          </p:cNvPr>
          <p:cNvSpPr/>
          <p:nvPr/>
        </p:nvSpPr>
        <p:spPr>
          <a:xfrm>
            <a:off x="496701" y="4921096"/>
            <a:ext cx="2620483" cy="245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Category 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D80BD2-C2ED-7940-9867-65F51E60AF1C}"/>
              </a:ext>
            </a:extLst>
          </p:cNvPr>
          <p:cNvCxnSpPr>
            <a:cxnSpLocks/>
          </p:cNvCxnSpPr>
          <p:nvPr/>
        </p:nvCxnSpPr>
        <p:spPr>
          <a:xfrm>
            <a:off x="375208" y="2158656"/>
            <a:ext cx="0" cy="923890"/>
          </a:xfrm>
          <a:prstGeom prst="line">
            <a:avLst/>
          </a:prstGeom>
          <a:ln w="19050">
            <a:solidFill>
              <a:srgbClr val="99CC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EEB365-B2D9-85DA-DC50-A852BC6FB7E5}"/>
              </a:ext>
            </a:extLst>
          </p:cNvPr>
          <p:cNvCxnSpPr>
            <a:cxnSpLocks/>
          </p:cNvCxnSpPr>
          <p:nvPr/>
        </p:nvCxnSpPr>
        <p:spPr>
          <a:xfrm>
            <a:off x="375208" y="3082547"/>
            <a:ext cx="0" cy="923889"/>
          </a:xfrm>
          <a:prstGeom prst="line">
            <a:avLst/>
          </a:prstGeom>
          <a:ln w="19050">
            <a:solidFill>
              <a:srgbClr val="66B3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05BDF1-275C-F87D-A2ED-3237F9D9F57C}"/>
              </a:ext>
            </a:extLst>
          </p:cNvPr>
          <p:cNvCxnSpPr>
            <a:cxnSpLocks/>
          </p:cNvCxnSpPr>
          <p:nvPr/>
        </p:nvCxnSpPr>
        <p:spPr>
          <a:xfrm>
            <a:off x="375208" y="4006435"/>
            <a:ext cx="0" cy="914661"/>
          </a:xfrm>
          <a:prstGeom prst="line">
            <a:avLst/>
          </a:prstGeom>
          <a:ln w="19050">
            <a:solidFill>
              <a:srgbClr val="3399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80AB5A-06A7-0345-8230-70C77F67FA79}"/>
              </a:ext>
            </a:extLst>
          </p:cNvPr>
          <p:cNvCxnSpPr>
            <a:cxnSpLocks/>
          </p:cNvCxnSpPr>
          <p:nvPr/>
        </p:nvCxnSpPr>
        <p:spPr>
          <a:xfrm>
            <a:off x="375208" y="4930327"/>
            <a:ext cx="0" cy="923890"/>
          </a:xfrm>
          <a:prstGeom prst="line">
            <a:avLst/>
          </a:prstGeom>
          <a:ln w="19050">
            <a:solidFill>
              <a:srgbClr val="0080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029DDE6-30DD-5ED9-BD1F-9C7AF0298A0F}"/>
              </a:ext>
            </a:extLst>
          </p:cNvPr>
          <p:cNvSpPr/>
          <p:nvPr/>
        </p:nvSpPr>
        <p:spPr>
          <a:xfrm>
            <a:off x="8265160" y="1328381"/>
            <a:ext cx="840993" cy="345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3" b="1" i="0" u="none" strike="noStrike" kern="1200" cap="none" spc="0" normalizeH="0" baseline="0" noProof="1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Product Launch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0FAABA-BF49-769C-411B-2EA2D2733FE4}"/>
              </a:ext>
            </a:extLst>
          </p:cNvPr>
          <p:cNvSpPr/>
          <p:nvPr/>
        </p:nvSpPr>
        <p:spPr>
          <a:xfrm>
            <a:off x="3195480" y="2498467"/>
            <a:ext cx="1249645" cy="239303"/>
          </a:xfrm>
          <a:prstGeom prst="rect">
            <a:avLst/>
          </a:prstGeom>
          <a:solidFill>
            <a:srgbClr val="99C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15" tIns="65315" rIns="65315" bIns="65315" rtlCol="0" anchor="t" anchorCtr="0"/>
          <a:lstStyle/>
          <a:p>
            <a:pPr marL="163296" marR="0" lvl="0" indent="-163296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 typeface="The Group TEXT" panose="020B0604020202020204" pitchFamily="34" charset="0"/>
              <a:buChar char="•"/>
              <a:tabLst/>
              <a:defRPr/>
            </a:pPr>
            <a:endParaRPr kumimoji="0" lang="en-GB" sz="145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KODA Next" panose="020B0504020603020204" pitchFamily="34" charset="0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08072A-05D7-257D-1C3B-1761982B5E15}"/>
              </a:ext>
            </a:extLst>
          </p:cNvPr>
          <p:cNvGrpSpPr/>
          <p:nvPr/>
        </p:nvGrpSpPr>
        <p:grpSpPr>
          <a:xfrm>
            <a:off x="4445126" y="3273769"/>
            <a:ext cx="2499016" cy="541442"/>
            <a:chOff x="2772955" y="3539288"/>
            <a:chExt cx="2754775" cy="596840"/>
          </a:xfrm>
          <a:solidFill>
            <a:srgbClr val="66B3A9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1E910F-1B39-A993-A556-DAEC7641B497}"/>
                </a:ext>
              </a:extLst>
            </p:cNvPr>
            <p:cNvSpPr/>
            <p:nvPr/>
          </p:nvSpPr>
          <p:spPr>
            <a:xfrm>
              <a:off x="2772955" y="3539288"/>
              <a:ext cx="2062719" cy="263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163296" marR="0" lvl="0" indent="-163296" algn="l" defTabSz="829544" rtl="0" eaLnBrk="1" fontAlgn="auto" latinLnBrk="0" hangingPunct="1">
                <a:lnSpc>
                  <a:spcPct val="100000"/>
                </a:lnSpc>
                <a:spcBef>
                  <a:spcPts val="544"/>
                </a:spcBef>
                <a:spcAft>
                  <a:spcPts val="0"/>
                </a:spcAft>
                <a:buClrTx/>
                <a:buSzTx/>
                <a:buFont typeface="The Group TEXT" panose="020B0604020202020204" pitchFamily="34" charset="0"/>
                <a:buChar char="•"/>
                <a:tabLst/>
                <a:defRPr/>
              </a:pPr>
              <a:endParaRPr kumimoji="0" lang="en-GB" sz="145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7EA09F-B9C6-0A78-421E-FC252F84C830}"/>
                </a:ext>
              </a:extLst>
            </p:cNvPr>
            <p:cNvSpPr/>
            <p:nvPr/>
          </p:nvSpPr>
          <p:spPr>
            <a:xfrm>
              <a:off x="4343271" y="3872341"/>
              <a:ext cx="1184459" cy="263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163296" marR="0" lvl="0" indent="-163296" algn="l" defTabSz="829544" rtl="0" eaLnBrk="1" fontAlgn="auto" latinLnBrk="0" hangingPunct="1">
                <a:lnSpc>
                  <a:spcPct val="100000"/>
                </a:lnSpc>
                <a:spcBef>
                  <a:spcPts val="544"/>
                </a:spcBef>
                <a:spcAft>
                  <a:spcPts val="0"/>
                </a:spcAft>
                <a:buClrTx/>
                <a:buSzTx/>
                <a:buFont typeface="The Group TEXT" panose="020B0604020202020204" pitchFamily="34" charset="0"/>
                <a:buChar char="•"/>
                <a:tabLst/>
                <a:defRPr/>
              </a:pPr>
              <a:endParaRPr kumimoji="0" lang="en-GB" sz="145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6673DAA-2DEF-51CE-F5CF-4DDFDB436953}"/>
              </a:ext>
            </a:extLst>
          </p:cNvPr>
          <p:cNvGrpSpPr/>
          <p:nvPr/>
        </p:nvGrpSpPr>
        <p:grpSpPr>
          <a:xfrm>
            <a:off x="6771287" y="4193221"/>
            <a:ext cx="1427780" cy="541442"/>
            <a:chOff x="3331948" y="3539288"/>
            <a:chExt cx="1573904" cy="596840"/>
          </a:xfrm>
          <a:solidFill>
            <a:srgbClr val="33998C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C8A5EA1-4D4A-38D7-6057-95C7F2326A4D}"/>
                </a:ext>
              </a:extLst>
            </p:cNvPr>
            <p:cNvSpPr/>
            <p:nvPr/>
          </p:nvSpPr>
          <p:spPr>
            <a:xfrm>
              <a:off x="3331948" y="3539288"/>
              <a:ext cx="874643" cy="263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163296" marR="0" lvl="0" indent="-163296" algn="l" defTabSz="829544" rtl="0" eaLnBrk="1" fontAlgn="auto" latinLnBrk="0" hangingPunct="1">
                <a:lnSpc>
                  <a:spcPct val="100000"/>
                </a:lnSpc>
                <a:spcBef>
                  <a:spcPts val="544"/>
                </a:spcBef>
                <a:spcAft>
                  <a:spcPts val="0"/>
                </a:spcAft>
                <a:buClrTx/>
                <a:buSzTx/>
                <a:buFont typeface="The Group TEXT" panose="020B0604020202020204" pitchFamily="34" charset="0"/>
                <a:buChar char="•"/>
                <a:tabLst/>
                <a:defRPr/>
              </a:pPr>
              <a:endParaRPr kumimoji="0" lang="en-GB" sz="145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8EE602E-4616-83B6-2835-497C3397F2AA}"/>
                </a:ext>
              </a:extLst>
            </p:cNvPr>
            <p:cNvSpPr/>
            <p:nvPr/>
          </p:nvSpPr>
          <p:spPr>
            <a:xfrm>
              <a:off x="3522517" y="3872341"/>
              <a:ext cx="1383335" cy="263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163296" marR="0" lvl="0" indent="-163296" algn="l" defTabSz="829544" rtl="0" eaLnBrk="1" fontAlgn="auto" latinLnBrk="0" hangingPunct="1">
                <a:lnSpc>
                  <a:spcPct val="100000"/>
                </a:lnSpc>
                <a:spcBef>
                  <a:spcPts val="544"/>
                </a:spcBef>
                <a:spcAft>
                  <a:spcPts val="0"/>
                </a:spcAft>
                <a:buClrTx/>
                <a:buSzTx/>
                <a:buFont typeface="The Group TEXT" panose="020B0604020202020204" pitchFamily="34" charset="0"/>
                <a:buChar char="•"/>
                <a:tabLst/>
                <a:defRPr/>
              </a:pPr>
              <a:endParaRPr kumimoji="0" lang="en-GB" sz="145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735AFC-3B9D-7417-96FD-FDF35DC2D6E4}"/>
              </a:ext>
            </a:extLst>
          </p:cNvPr>
          <p:cNvGrpSpPr/>
          <p:nvPr/>
        </p:nvGrpSpPr>
        <p:grpSpPr>
          <a:xfrm>
            <a:off x="7854088" y="5121551"/>
            <a:ext cx="2830773" cy="541442"/>
            <a:chOff x="3678400" y="3539288"/>
            <a:chExt cx="3120485" cy="596840"/>
          </a:xfrm>
          <a:solidFill>
            <a:srgbClr val="99CCC5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6F899C4-CADB-C03D-D5D5-DCD2A414A5EE}"/>
                </a:ext>
              </a:extLst>
            </p:cNvPr>
            <p:cNvSpPr/>
            <p:nvPr/>
          </p:nvSpPr>
          <p:spPr>
            <a:xfrm>
              <a:off x="3678400" y="3539288"/>
              <a:ext cx="1062566" cy="263787"/>
            </a:xfrm>
            <a:prstGeom prst="rect">
              <a:avLst/>
            </a:prstGeom>
            <a:solidFill>
              <a:srgbClr val="0080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163296" marR="0" lvl="0" indent="-163296" algn="l" defTabSz="829544" rtl="0" eaLnBrk="1" fontAlgn="auto" latinLnBrk="0" hangingPunct="1">
                <a:lnSpc>
                  <a:spcPct val="100000"/>
                </a:lnSpc>
                <a:spcBef>
                  <a:spcPts val="544"/>
                </a:spcBef>
                <a:spcAft>
                  <a:spcPts val="0"/>
                </a:spcAft>
                <a:buClrTx/>
                <a:buSzTx/>
                <a:buFont typeface="The Group TEXT" panose="020B0604020202020204" pitchFamily="34" charset="0"/>
                <a:buChar char="•"/>
                <a:tabLst/>
                <a:defRPr/>
              </a:pPr>
              <a:endParaRPr kumimoji="0" lang="en-GB" sz="145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728A461-E0BC-8173-A269-7B0A58F01C91}"/>
                </a:ext>
              </a:extLst>
            </p:cNvPr>
            <p:cNvSpPr/>
            <p:nvPr/>
          </p:nvSpPr>
          <p:spPr>
            <a:xfrm>
              <a:off x="4065104" y="3872341"/>
              <a:ext cx="2733781" cy="263787"/>
            </a:xfrm>
            <a:prstGeom prst="rect">
              <a:avLst/>
            </a:prstGeom>
            <a:solidFill>
              <a:srgbClr val="0080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163296" marR="0" lvl="0" indent="-163296" algn="l" defTabSz="829544" rtl="0" eaLnBrk="1" fontAlgn="auto" latinLnBrk="0" hangingPunct="1">
                <a:lnSpc>
                  <a:spcPct val="100000"/>
                </a:lnSpc>
                <a:spcBef>
                  <a:spcPts val="544"/>
                </a:spcBef>
                <a:spcAft>
                  <a:spcPts val="0"/>
                </a:spcAft>
                <a:buClrTx/>
                <a:buSzTx/>
                <a:buFont typeface="The Group TEXT" panose="020B0604020202020204" pitchFamily="34" charset="0"/>
                <a:buChar char="•"/>
                <a:tabLst/>
                <a:defRPr/>
              </a:pPr>
              <a:endParaRPr kumimoji="0" lang="en-GB" sz="145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39F436-2659-1A2E-2596-A6EA7F3843E4}"/>
              </a:ext>
            </a:extLst>
          </p:cNvPr>
          <p:cNvCxnSpPr>
            <a:cxnSpLocks/>
          </p:cNvCxnSpPr>
          <p:nvPr/>
        </p:nvCxnSpPr>
        <p:spPr>
          <a:xfrm flipV="1">
            <a:off x="6021274" y="1328381"/>
            <a:ext cx="0" cy="4525835"/>
          </a:xfrm>
          <a:prstGeom prst="line">
            <a:avLst/>
          </a:prstGeom>
          <a:ln w="15875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F112C31-7C1A-FB89-A318-572DBDE45762}"/>
              </a:ext>
            </a:extLst>
          </p:cNvPr>
          <p:cNvCxnSpPr>
            <a:cxnSpLocks/>
          </p:cNvCxnSpPr>
          <p:nvPr/>
        </p:nvCxnSpPr>
        <p:spPr>
          <a:xfrm flipV="1">
            <a:off x="8198009" y="1328381"/>
            <a:ext cx="0" cy="4525835"/>
          </a:xfrm>
          <a:prstGeom prst="line">
            <a:avLst/>
          </a:prstGeom>
          <a:ln w="1587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4F6835-2BD1-4FA8-DEC8-2C354BC6C5E2}"/>
              </a:ext>
            </a:extLst>
          </p:cNvPr>
          <p:cNvCxnSpPr>
            <a:cxnSpLocks/>
          </p:cNvCxnSpPr>
          <p:nvPr/>
        </p:nvCxnSpPr>
        <p:spPr>
          <a:xfrm flipV="1">
            <a:off x="6944142" y="1673455"/>
            <a:ext cx="0" cy="4180761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AA28FE-900A-61AE-6DF4-E2E9935AD2E8}"/>
              </a:ext>
            </a:extLst>
          </p:cNvPr>
          <p:cNvCxnSpPr>
            <a:cxnSpLocks/>
          </p:cNvCxnSpPr>
          <p:nvPr/>
        </p:nvCxnSpPr>
        <p:spPr>
          <a:xfrm flipV="1">
            <a:off x="4445125" y="1673455"/>
            <a:ext cx="0" cy="4180761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BBD47B4-83E3-B5AB-6DCF-B431DBB49979}"/>
              </a:ext>
            </a:extLst>
          </p:cNvPr>
          <p:cNvCxnSpPr>
            <a:cxnSpLocks/>
          </p:cNvCxnSpPr>
          <p:nvPr/>
        </p:nvCxnSpPr>
        <p:spPr>
          <a:xfrm flipV="1">
            <a:off x="3195481" y="1673455"/>
            <a:ext cx="0" cy="4180761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AC25428-06EC-1CAA-B31C-546B5C100A3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41" name="Title 6">
            <a:extLst>
              <a:ext uri="{FF2B5EF4-FFF2-40B4-BE49-F238E27FC236}">
                <a16:creationId xmlns:a16="http://schemas.microsoft.com/office/drawing/2014/main" id="{32CDA055-3FC4-1FFE-E117-ACB3A2089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  <p:sp>
        <p:nvSpPr>
          <p:cNvPr id="39" name="Textplatzhalter 12">
            <a:extLst>
              <a:ext uri="{FF2B5EF4-FFF2-40B4-BE49-F238E27FC236}">
                <a16:creationId xmlns:a16="http://schemas.microsoft.com/office/drawing/2014/main" id="{D77F52C3-7707-AFE6-6725-B30E87C4173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07989" y="968286"/>
            <a:ext cx="11376017" cy="238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452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406024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us Rep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CDC2FFE8-A221-0600-0943-8097C65B4F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37" name="Title 6">
            <a:extLst>
              <a:ext uri="{FF2B5EF4-FFF2-40B4-BE49-F238E27FC236}">
                <a16:creationId xmlns:a16="http://schemas.microsoft.com/office/drawing/2014/main" id="{C0AD681C-D777-3D43-B7E6-78F7E3A1D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5696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nel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010B6209-4739-E1E6-3EE3-85331D0FA3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30" name="Title 6">
            <a:extLst>
              <a:ext uri="{FF2B5EF4-FFF2-40B4-BE49-F238E27FC236}">
                <a16:creationId xmlns:a16="http://schemas.microsoft.com/office/drawing/2014/main" id="{EB107293-06CB-7F7F-A4EF-929A2E0D3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2806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aluation 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969CBA-8A63-6090-67CE-C5AC97A27C71}"/>
              </a:ext>
            </a:extLst>
          </p:cNvPr>
          <p:cNvSpPr/>
          <p:nvPr/>
        </p:nvSpPr>
        <p:spPr bwMode="ltGray">
          <a:xfrm>
            <a:off x="7010509" y="2805420"/>
            <a:ext cx="2059321" cy="988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5315" tIns="65315" rIns="65315" bIns="65315" rtlCol="0" anchor="t" anchorCtr="0">
            <a:noAutofit/>
          </a:bodyPr>
          <a:lstStyle/>
          <a:p>
            <a:pPr marL="163296" marR="0" lvl="0" indent="-163296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 typeface="The Group TEXT" panose="020B0604020202020204" pitchFamily="34" charset="0"/>
              <a:buChar char="•"/>
              <a:tabLst/>
              <a:defRPr/>
            </a:pPr>
            <a:endParaRPr kumimoji="0" lang="en-GB" sz="1452" b="0" i="0" u="none" strike="noStrike" kern="1200" cap="none" spc="0" normalizeH="0" baseline="0" noProof="0">
              <a:ln>
                <a:noFill/>
              </a:ln>
              <a:solidFill>
                <a:srgbClr val="002733"/>
              </a:solidFill>
              <a:effectLst/>
              <a:uLnTx/>
              <a:uFillTx/>
              <a:latin typeface="SKODA Next" panose="020B0504020603020204" pitchFamily="34" charset="0"/>
              <a:ea typeface="+mn-ea"/>
              <a:cs typeface="+mn-cs"/>
            </a:endParaRPr>
          </a:p>
        </p:txBody>
      </p:sp>
      <p:sp>
        <p:nvSpPr>
          <p:cNvPr id="6" name="Abgerundetes Rechteck 1">
            <a:extLst>
              <a:ext uri="{FF2B5EF4-FFF2-40B4-BE49-F238E27FC236}">
                <a16:creationId xmlns:a16="http://schemas.microsoft.com/office/drawing/2014/main" id="{98511324-5AF7-EC10-A09C-B41782622CFF}"/>
              </a:ext>
            </a:extLst>
          </p:cNvPr>
          <p:cNvSpPr/>
          <p:nvPr/>
        </p:nvSpPr>
        <p:spPr>
          <a:xfrm>
            <a:off x="948833" y="4967287"/>
            <a:ext cx="10319853" cy="886926"/>
          </a:xfrm>
          <a:prstGeom prst="rect">
            <a:avLst/>
          </a:prstGeom>
          <a:solidFill>
            <a:srgbClr val="D9EE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15" tIns="65315" rIns="65315" bIns="65315" rtlCol="0" anchor="t" anchorCtr="0"/>
          <a:lstStyle/>
          <a:p>
            <a:pPr marL="163296" marR="0" lvl="0" indent="-163296" algn="l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 typeface="The Group TEXT" panose="020B0604020202020204" pitchFamily="34" charset="0"/>
              <a:buChar char="•"/>
              <a:tabLst/>
              <a:defRPr/>
            </a:pPr>
            <a:endParaRPr kumimoji="0" lang="de-DE" sz="1452" b="0" i="0" u="none" strike="noStrike" kern="1200" cap="none" spc="0" normalizeH="0" baseline="0" noProof="0">
              <a:ln>
                <a:noFill/>
              </a:ln>
              <a:solidFill>
                <a:srgbClr val="002733"/>
              </a:solidFill>
              <a:effectLst/>
              <a:uLnTx/>
              <a:uFillTx/>
              <a:latin typeface="SKODA Next" panose="020B0504020603020204" pitchFamily="34" charset="0"/>
              <a:ea typeface="+mn-ea"/>
              <a:cs typeface="+mn-cs"/>
            </a:endParaRPr>
          </a:p>
        </p:txBody>
      </p:sp>
      <p:sp>
        <p:nvSpPr>
          <p:cNvPr id="7" name="Rechteck 68">
            <a:extLst>
              <a:ext uri="{FF2B5EF4-FFF2-40B4-BE49-F238E27FC236}">
                <a16:creationId xmlns:a16="http://schemas.microsoft.com/office/drawing/2014/main" id="{3052A3AF-EE22-E7AA-A1DD-588BF2FDDB91}"/>
              </a:ext>
            </a:extLst>
          </p:cNvPr>
          <p:cNvSpPr/>
          <p:nvPr/>
        </p:nvSpPr>
        <p:spPr>
          <a:xfrm>
            <a:off x="1272562" y="5040185"/>
            <a:ext cx="9672395" cy="741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829544" rtl="0" eaLnBrk="1" fontAlgn="auto" latinLnBrk="0" hangingPunct="1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Great results:  </a:t>
            </a:r>
            <a:r>
              <a:rPr kumimoji="0" lang="en-GB" sz="1633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Key facts</a:t>
            </a:r>
            <a:r>
              <a:rPr kumimoji="0" lang="en-GB" sz="1633" b="1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 </a:t>
            </a:r>
            <a:r>
              <a:rPr kumimoji="0" lang="en-GB" sz="1633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can summarised in this text box </a:t>
            </a:r>
            <a:br>
              <a:rPr kumimoji="0" lang="en-GB" sz="1633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</a:br>
            <a:r>
              <a:rPr kumimoji="0" lang="en-GB" sz="1633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</a:rPr>
              <a:t>that is often used for more detailed description.</a:t>
            </a:r>
          </a:p>
        </p:txBody>
      </p:sp>
      <p:sp>
        <p:nvSpPr>
          <p:cNvPr id="8" name="TextBox 48">
            <a:extLst>
              <a:ext uri="{FF2B5EF4-FFF2-40B4-BE49-F238E27FC236}">
                <a16:creationId xmlns:a16="http://schemas.microsoft.com/office/drawing/2014/main" id="{9AE8FB95-63A7-A1F4-E75E-95DFAA09F59F}"/>
              </a:ext>
            </a:extLst>
          </p:cNvPr>
          <p:cNvSpPr txBox="1">
            <a:spLocks/>
          </p:cNvSpPr>
          <p:nvPr/>
        </p:nvSpPr>
        <p:spPr>
          <a:xfrm>
            <a:off x="947394" y="2060135"/>
            <a:ext cx="1677439" cy="51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Strong point or argument</a:t>
            </a:r>
          </a:p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953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Deeply explained in a second line or block of text</a:t>
            </a:r>
          </a:p>
        </p:txBody>
      </p:sp>
      <p:sp>
        <p:nvSpPr>
          <p:cNvPr id="9" name="TextBox 48">
            <a:extLst>
              <a:ext uri="{FF2B5EF4-FFF2-40B4-BE49-F238E27FC236}">
                <a16:creationId xmlns:a16="http://schemas.microsoft.com/office/drawing/2014/main" id="{BFA8DFF3-F50C-80F9-33CB-1495FFD37CDD}"/>
              </a:ext>
            </a:extLst>
          </p:cNvPr>
          <p:cNvSpPr txBox="1">
            <a:spLocks/>
          </p:cNvSpPr>
          <p:nvPr/>
        </p:nvSpPr>
        <p:spPr>
          <a:xfrm>
            <a:off x="947394" y="3048154"/>
            <a:ext cx="1677439" cy="51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Strong point or argument</a:t>
            </a:r>
          </a:p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953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Deeply explained in a second line or block of text</a:t>
            </a: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6D05F11C-86EE-035B-33A9-82A191D0C858}"/>
              </a:ext>
            </a:extLst>
          </p:cNvPr>
          <p:cNvSpPr txBox="1">
            <a:spLocks/>
          </p:cNvSpPr>
          <p:nvPr/>
        </p:nvSpPr>
        <p:spPr>
          <a:xfrm>
            <a:off x="3297844" y="1504615"/>
            <a:ext cx="1269169" cy="33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Category </a:t>
            </a:r>
          </a:p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in two lines</a:t>
            </a:r>
          </a:p>
        </p:txBody>
      </p:sp>
      <p:sp>
        <p:nvSpPr>
          <p:cNvPr id="11" name="TextBox 48">
            <a:extLst>
              <a:ext uri="{FF2B5EF4-FFF2-40B4-BE49-F238E27FC236}">
                <a16:creationId xmlns:a16="http://schemas.microsoft.com/office/drawing/2014/main" id="{EA3769D5-2921-12E7-88DB-548F040514DD}"/>
              </a:ext>
            </a:extLst>
          </p:cNvPr>
          <p:cNvSpPr txBox="1">
            <a:spLocks/>
          </p:cNvSpPr>
          <p:nvPr/>
        </p:nvSpPr>
        <p:spPr>
          <a:xfrm>
            <a:off x="947393" y="4036175"/>
            <a:ext cx="1677440" cy="51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Strong point or argument</a:t>
            </a:r>
          </a:p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953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Deeply explained in a second line or block of text</a:t>
            </a:r>
          </a:p>
        </p:txBody>
      </p:sp>
      <p:sp>
        <p:nvSpPr>
          <p:cNvPr id="12" name="TextBox 48">
            <a:extLst>
              <a:ext uri="{FF2B5EF4-FFF2-40B4-BE49-F238E27FC236}">
                <a16:creationId xmlns:a16="http://schemas.microsoft.com/office/drawing/2014/main" id="{B8B1514E-35F1-F02A-242D-1D9BC4EB92A8}"/>
              </a:ext>
            </a:extLst>
          </p:cNvPr>
          <p:cNvSpPr txBox="1">
            <a:spLocks/>
          </p:cNvSpPr>
          <p:nvPr/>
        </p:nvSpPr>
        <p:spPr>
          <a:xfrm>
            <a:off x="5352806" y="1504615"/>
            <a:ext cx="1269169" cy="33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Category </a:t>
            </a:r>
          </a:p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in two lines</a:t>
            </a:r>
          </a:p>
        </p:txBody>
      </p:sp>
      <p:sp>
        <p:nvSpPr>
          <p:cNvPr id="13" name="TextBox 48">
            <a:extLst>
              <a:ext uri="{FF2B5EF4-FFF2-40B4-BE49-F238E27FC236}">
                <a16:creationId xmlns:a16="http://schemas.microsoft.com/office/drawing/2014/main" id="{72311ED0-2509-D083-982C-F657627D7016}"/>
              </a:ext>
            </a:extLst>
          </p:cNvPr>
          <p:cNvSpPr txBox="1">
            <a:spLocks/>
          </p:cNvSpPr>
          <p:nvPr/>
        </p:nvSpPr>
        <p:spPr>
          <a:xfrm>
            <a:off x="7407769" y="1504615"/>
            <a:ext cx="1269169" cy="33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Category </a:t>
            </a:r>
          </a:p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in two lines</a:t>
            </a:r>
          </a:p>
        </p:txBody>
      </p:sp>
      <p:sp>
        <p:nvSpPr>
          <p:cNvPr id="14" name="TextBox 48">
            <a:extLst>
              <a:ext uri="{FF2B5EF4-FFF2-40B4-BE49-F238E27FC236}">
                <a16:creationId xmlns:a16="http://schemas.microsoft.com/office/drawing/2014/main" id="{795C20B1-074E-E0FF-296E-F511731B1087}"/>
              </a:ext>
            </a:extLst>
          </p:cNvPr>
          <p:cNvSpPr txBox="1">
            <a:spLocks/>
          </p:cNvSpPr>
          <p:nvPr/>
        </p:nvSpPr>
        <p:spPr>
          <a:xfrm>
            <a:off x="9462732" y="1504615"/>
            <a:ext cx="1269169" cy="33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>
            <a:sp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Category </a:t>
            </a:r>
          </a:p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089" b="1" i="0" u="none" strike="noStrike" kern="1200" cap="none" spc="0" normalizeH="0" baseline="0" noProof="0">
                <a:ln>
                  <a:noFill/>
                </a:ln>
                <a:solidFill>
                  <a:srgbClr val="008C82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in two lines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5E94E7-6DF2-B34D-F727-97BECAB2685F}"/>
              </a:ext>
            </a:extLst>
          </p:cNvPr>
          <p:cNvGrpSpPr/>
          <p:nvPr/>
        </p:nvGrpSpPr>
        <p:grpSpPr>
          <a:xfrm>
            <a:off x="947394" y="1520745"/>
            <a:ext cx="10319852" cy="3171554"/>
            <a:chOff x="406401" y="1676339"/>
            <a:chExt cx="11376024" cy="3496051"/>
          </a:xfrm>
        </p:grpSpPr>
        <p:cxnSp>
          <p:nvCxnSpPr>
            <p:cNvPr id="16" name="Gerader Verbinder 41">
              <a:extLst>
                <a:ext uri="{FF2B5EF4-FFF2-40B4-BE49-F238E27FC236}">
                  <a16:creationId xmlns:a16="http://schemas.microsoft.com/office/drawing/2014/main" id="{2E5D0534-9F13-F48B-400D-BD68E59B1046}"/>
                </a:ext>
              </a:extLst>
            </p:cNvPr>
            <p:cNvCxnSpPr/>
            <p:nvPr/>
          </p:nvCxnSpPr>
          <p:spPr>
            <a:xfrm>
              <a:off x="2564297" y="1676339"/>
              <a:ext cx="0" cy="349605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42">
              <a:extLst>
                <a:ext uri="{FF2B5EF4-FFF2-40B4-BE49-F238E27FC236}">
                  <a16:creationId xmlns:a16="http://schemas.microsoft.com/office/drawing/2014/main" id="{DC197355-998C-D860-F974-4B1F715C2BDF}"/>
                </a:ext>
              </a:extLst>
            </p:cNvPr>
            <p:cNvCxnSpPr/>
            <p:nvPr/>
          </p:nvCxnSpPr>
          <p:spPr>
            <a:xfrm>
              <a:off x="4829572" y="1676339"/>
              <a:ext cx="0" cy="349605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46">
              <a:extLst>
                <a:ext uri="{FF2B5EF4-FFF2-40B4-BE49-F238E27FC236}">
                  <a16:creationId xmlns:a16="http://schemas.microsoft.com/office/drawing/2014/main" id="{540CC86D-8C05-C2CB-E4BD-E9DF2A733EF2}"/>
                </a:ext>
              </a:extLst>
            </p:cNvPr>
            <p:cNvCxnSpPr/>
            <p:nvPr/>
          </p:nvCxnSpPr>
          <p:spPr>
            <a:xfrm>
              <a:off x="7094847" y="1676339"/>
              <a:ext cx="0" cy="349605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48">
              <a:extLst>
                <a:ext uri="{FF2B5EF4-FFF2-40B4-BE49-F238E27FC236}">
                  <a16:creationId xmlns:a16="http://schemas.microsoft.com/office/drawing/2014/main" id="{3C5E34FE-26E0-828D-ABC2-484334373BFC}"/>
                </a:ext>
              </a:extLst>
            </p:cNvPr>
            <p:cNvCxnSpPr/>
            <p:nvPr/>
          </p:nvCxnSpPr>
          <p:spPr>
            <a:xfrm>
              <a:off x="9360122" y="1676339"/>
              <a:ext cx="0" cy="349605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uppieren 15">
              <a:extLst>
                <a:ext uri="{FF2B5EF4-FFF2-40B4-BE49-F238E27FC236}">
                  <a16:creationId xmlns:a16="http://schemas.microsoft.com/office/drawing/2014/main" id="{F403F2A2-46EF-E92B-1188-388AB8107BFA}"/>
                </a:ext>
              </a:extLst>
            </p:cNvPr>
            <p:cNvGrpSpPr/>
            <p:nvPr/>
          </p:nvGrpSpPr>
          <p:grpSpPr>
            <a:xfrm>
              <a:off x="406401" y="3097769"/>
              <a:ext cx="11376024" cy="1089109"/>
              <a:chOff x="918921" y="3193694"/>
              <a:chExt cx="7810267" cy="1157750"/>
            </a:xfrm>
          </p:grpSpPr>
          <p:cxnSp>
            <p:nvCxnSpPr>
              <p:cNvPr id="21" name="Gerade Verbindung 68">
                <a:extLst>
                  <a:ext uri="{FF2B5EF4-FFF2-40B4-BE49-F238E27FC236}">
                    <a16:creationId xmlns:a16="http://schemas.microsoft.com/office/drawing/2014/main" id="{7C0A2284-CC8A-35B7-7EE8-4C394C82FF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921" y="3193694"/>
                <a:ext cx="7810267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 Verbindung 68">
                <a:extLst>
                  <a:ext uri="{FF2B5EF4-FFF2-40B4-BE49-F238E27FC236}">
                    <a16:creationId xmlns:a16="http://schemas.microsoft.com/office/drawing/2014/main" id="{098CA1E9-755C-9269-2127-D352066153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921" y="4351444"/>
                <a:ext cx="7810267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TextBox 48">
            <a:extLst>
              <a:ext uri="{FF2B5EF4-FFF2-40B4-BE49-F238E27FC236}">
                <a16:creationId xmlns:a16="http://schemas.microsoft.com/office/drawing/2014/main" id="{94B987A4-BFA8-63D8-EF63-5D979BCECB25}"/>
              </a:ext>
            </a:extLst>
          </p:cNvPr>
          <p:cNvSpPr txBox="1">
            <a:spLocks/>
          </p:cNvSpPr>
          <p:nvPr/>
        </p:nvSpPr>
        <p:spPr>
          <a:xfrm>
            <a:off x="3297844" y="2204548"/>
            <a:ext cx="856511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1A</a:t>
            </a:r>
          </a:p>
        </p:txBody>
      </p:sp>
      <p:sp>
        <p:nvSpPr>
          <p:cNvPr id="24" name="TextBox 48">
            <a:extLst>
              <a:ext uri="{FF2B5EF4-FFF2-40B4-BE49-F238E27FC236}">
                <a16:creationId xmlns:a16="http://schemas.microsoft.com/office/drawing/2014/main" id="{D36EB527-6632-FB3E-9721-C1BAE5031FE1}"/>
              </a:ext>
            </a:extLst>
          </p:cNvPr>
          <p:cNvSpPr txBox="1">
            <a:spLocks/>
          </p:cNvSpPr>
          <p:nvPr/>
        </p:nvSpPr>
        <p:spPr>
          <a:xfrm>
            <a:off x="5356441" y="2204548"/>
            <a:ext cx="849240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1B</a:t>
            </a:r>
          </a:p>
        </p:txBody>
      </p:sp>
      <p:sp>
        <p:nvSpPr>
          <p:cNvPr id="25" name="TextBox 48">
            <a:extLst>
              <a:ext uri="{FF2B5EF4-FFF2-40B4-BE49-F238E27FC236}">
                <a16:creationId xmlns:a16="http://schemas.microsoft.com/office/drawing/2014/main" id="{538EFA15-41CF-082D-8195-3223116C586D}"/>
              </a:ext>
            </a:extLst>
          </p:cNvPr>
          <p:cNvSpPr txBox="1">
            <a:spLocks/>
          </p:cNvSpPr>
          <p:nvPr/>
        </p:nvSpPr>
        <p:spPr>
          <a:xfrm>
            <a:off x="7407041" y="2204548"/>
            <a:ext cx="857965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1C</a:t>
            </a:r>
          </a:p>
        </p:txBody>
      </p:sp>
      <p:sp>
        <p:nvSpPr>
          <p:cNvPr id="26" name="TextBox 48">
            <a:extLst>
              <a:ext uri="{FF2B5EF4-FFF2-40B4-BE49-F238E27FC236}">
                <a16:creationId xmlns:a16="http://schemas.microsoft.com/office/drawing/2014/main" id="{22C10175-F45B-481A-3765-AC3AEDB42083}"/>
              </a:ext>
            </a:extLst>
          </p:cNvPr>
          <p:cNvSpPr txBox="1">
            <a:spLocks/>
          </p:cNvSpPr>
          <p:nvPr/>
        </p:nvSpPr>
        <p:spPr>
          <a:xfrm>
            <a:off x="9459097" y="2204548"/>
            <a:ext cx="863781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1D</a:t>
            </a:r>
          </a:p>
        </p:txBody>
      </p:sp>
      <p:sp>
        <p:nvSpPr>
          <p:cNvPr id="27" name="TextBox 48">
            <a:extLst>
              <a:ext uri="{FF2B5EF4-FFF2-40B4-BE49-F238E27FC236}">
                <a16:creationId xmlns:a16="http://schemas.microsoft.com/office/drawing/2014/main" id="{7CF5D90A-E0F5-BFF9-562E-0D077250DB32}"/>
              </a:ext>
            </a:extLst>
          </p:cNvPr>
          <p:cNvSpPr txBox="1">
            <a:spLocks/>
          </p:cNvSpPr>
          <p:nvPr/>
        </p:nvSpPr>
        <p:spPr>
          <a:xfrm>
            <a:off x="3297844" y="3197388"/>
            <a:ext cx="856511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2A</a:t>
            </a:r>
          </a:p>
        </p:txBody>
      </p:sp>
      <p:sp>
        <p:nvSpPr>
          <p:cNvPr id="28" name="TextBox 48">
            <a:extLst>
              <a:ext uri="{FF2B5EF4-FFF2-40B4-BE49-F238E27FC236}">
                <a16:creationId xmlns:a16="http://schemas.microsoft.com/office/drawing/2014/main" id="{51CD36D3-FBDF-6FA6-FD96-E57DB25AD17A}"/>
              </a:ext>
            </a:extLst>
          </p:cNvPr>
          <p:cNvSpPr txBox="1">
            <a:spLocks/>
          </p:cNvSpPr>
          <p:nvPr/>
        </p:nvSpPr>
        <p:spPr>
          <a:xfrm>
            <a:off x="5356441" y="3197388"/>
            <a:ext cx="849240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2B</a:t>
            </a: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A16698B4-138F-C4CB-FE41-CAB5AD6CB5C5}"/>
              </a:ext>
            </a:extLst>
          </p:cNvPr>
          <p:cNvSpPr txBox="1">
            <a:spLocks/>
          </p:cNvSpPr>
          <p:nvPr/>
        </p:nvSpPr>
        <p:spPr>
          <a:xfrm>
            <a:off x="9459097" y="3197388"/>
            <a:ext cx="863781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2D</a:t>
            </a:r>
          </a:p>
        </p:txBody>
      </p:sp>
      <p:sp>
        <p:nvSpPr>
          <p:cNvPr id="30" name="TextBox 48">
            <a:extLst>
              <a:ext uri="{FF2B5EF4-FFF2-40B4-BE49-F238E27FC236}">
                <a16:creationId xmlns:a16="http://schemas.microsoft.com/office/drawing/2014/main" id="{69E3BF49-463A-5331-72B0-85A5D04C6590}"/>
              </a:ext>
            </a:extLst>
          </p:cNvPr>
          <p:cNvSpPr txBox="1">
            <a:spLocks/>
          </p:cNvSpPr>
          <p:nvPr/>
        </p:nvSpPr>
        <p:spPr>
          <a:xfrm>
            <a:off x="3297844" y="4180588"/>
            <a:ext cx="856511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3A</a:t>
            </a:r>
          </a:p>
        </p:txBody>
      </p:sp>
      <p:sp>
        <p:nvSpPr>
          <p:cNvPr id="31" name="TextBox 48">
            <a:extLst>
              <a:ext uri="{FF2B5EF4-FFF2-40B4-BE49-F238E27FC236}">
                <a16:creationId xmlns:a16="http://schemas.microsoft.com/office/drawing/2014/main" id="{F404D53B-35E3-3E46-0F3D-670F7EAB70A4}"/>
              </a:ext>
            </a:extLst>
          </p:cNvPr>
          <p:cNvSpPr txBox="1">
            <a:spLocks/>
          </p:cNvSpPr>
          <p:nvPr/>
        </p:nvSpPr>
        <p:spPr>
          <a:xfrm>
            <a:off x="5356441" y="4180588"/>
            <a:ext cx="849240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3B</a:t>
            </a:r>
          </a:p>
        </p:txBody>
      </p:sp>
      <p:sp>
        <p:nvSpPr>
          <p:cNvPr id="32" name="TextBox 48">
            <a:extLst>
              <a:ext uri="{FF2B5EF4-FFF2-40B4-BE49-F238E27FC236}">
                <a16:creationId xmlns:a16="http://schemas.microsoft.com/office/drawing/2014/main" id="{4646D671-CFBE-B770-FCB5-164921447D11}"/>
              </a:ext>
            </a:extLst>
          </p:cNvPr>
          <p:cNvSpPr txBox="1">
            <a:spLocks/>
          </p:cNvSpPr>
          <p:nvPr/>
        </p:nvSpPr>
        <p:spPr>
          <a:xfrm>
            <a:off x="7407041" y="4180588"/>
            <a:ext cx="857965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3C</a:t>
            </a:r>
          </a:p>
        </p:txBody>
      </p:sp>
      <p:sp>
        <p:nvSpPr>
          <p:cNvPr id="33" name="TextBox 48">
            <a:extLst>
              <a:ext uri="{FF2B5EF4-FFF2-40B4-BE49-F238E27FC236}">
                <a16:creationId xmlns:a16="http://schemas.microsoft.com/office/drawing/2014/main" id="{8C0D4049-7730-25BF-4E97-3CDDD50EB896}"/>
              </a:ext>
            </a:extLst>
          </p:cNvPr>
          <p:cNvSpPr txBox="1">
            <a:spLocks/>
          </p:cNvSpPr>
          <p:nvPr/>
        </p:nvSpPr>
        <p:spPr>
          <a:xfrm>
            <a:off x="9459097" y="4180588"/>
            <a:ext cx="863781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3D</a:t>
            </a:r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8C01D136-D125-D338-5B9B-79B3D2351EFD}"/>
              </a:ext>
            </a:extLst>
          </p:cNvPr>
          <p:cNvSpPr txBox="1">
            <a:spLocks/>
          </p:cNvSpPr>
          <p:nvPr/>
        </p:nvSpPr>
        <p:spPr>
          <a:xfrm>
            <a:off x="7407041" y="3197388"/>
            <a:ext cx="857965" cy="22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179996" lvl="0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The Group TEXT" panose="020B0604020202020204" pitchFamily="34" charset="0"/>
              <a:buChar char="•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1pPr>
            <a:lvl2pPr marL="359991" lvl="1" indent="-179996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2pPr>
            <a:lvl3pPr marL="715963" lvl="2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3pPr>
            <a:lvl4pPr marL="989013" lvl="3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4pPr>
            <a:lvl5pPr marL="1252538" lvl="4" indent="-179388" defTabSz="914377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5pPr>
            <a:lvl6pPr marL="1524000" lvl="5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6pPr>
            <a:lvl7pPr marL="1795463" lvl="6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7pPr>
            <a:lvl8pPr marL="2058988" lvl="7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8pPr>
            <a:lvl9pPr marL="2332038" lvl="8" indent="-179388" defTabSz="914377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Symbol" panose="05050102010706020507" pitchFamily="18" charset="2"/>
              <a:buChar char="-"/>
              <a:defRPr sz="1400">
                <a:latin typeface="VWAG TheSans" panose="020B0502050302020203" pitchFamily="34" charset="0"/>
                <a:sym typeface="VWAG TheSans" panose="020B0502050302020203" pitchFamily="34" charset="0"/>
              </a:defRPr>
            </a:lvl9pPr>
          </a:lstStyle>
          <a:p>
            <a:pPr marL="0" marR="0" lvl="0" indent="0" algn="l" defTabSz="82952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rgbClr val="4C5356"/>
              </a:buClr>
              <a:buSzPct val="100000"/>
              <a:buFont typeface="The Group TEXT" panose="020B0604020202020204" pitchFamily="34" charset="0"/>
              <a:buNone/>
              <a:tabLst/>
              <a:defRPr/>
            </a:pPr>
            <a:r>
              <a:rPr kumimoji="0" lang="en-US" sz="14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KODA Next" panose="020B0504020603020204" pitchFamily="34" charset="0"/>
                <a:ea typeface="+mn-ea"/>
                <a:cs typeface="+mn-cs"/>
                <a:sym typeface="VWAG TheSans" panose="020B0502050302020203" pitchFamily="34" charset="0"/>
              </a:rPr>
              <a:t>Option 2C</a:t>
            </a:r>
          </a:p>
        </p:txBody>
      </p:sp>
      <p:pic>
        <p:nvPicPr>
          <p:cNvPr id="35" name="Graphic 35">
            <a:extLst>
              <a:ext uri="{FF2B5EF4-FFF2-40B4-BE49-F238E27FC236}">
                <a16:creationId xmlns:a16="http://schemas.microsoft.com/office/drawing/2014/main" id="{F66613E9-8B66-108C-AE2E-CDA1CDB9B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2563" y="5293856"/>
            <a:ext cx="283025" cy="234233"/>
          </a:xfrm>
          <a:prstGeom prst="rect">
            <a:avLst/>
          </a:prstGeom>
        </p:spPr>
      </p:pic>
      <p:sp>
        <p:nvSpPr>
          <p:cNvPr id="2" name="Textplatzhalter 8">
            <a:extLst>
              <a:ext uri="{FF2B5EF4-FFF2-40B4-BE49-F238E27FC236}">
                <a16:creationId xmlns:a16="http://schemas.microsoft.com/office/drawing/2014/main" id="{28F78D92-80AD-9D0F-E29F-CE0FC259DD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38" name="Title 6">
            <a:extLst>
              <a:ext uri="{FF2B5EF4-FFF2-40B4-BE49-F238E27FC236}">
                <a16:creationId xmlns:a16="http://schemas.microsoft.com/office/drawing/2014/main" id="{B29ECE23-771B-9BF8-EF02-E02E74CC1B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3A2EBE2E-1521-9662-17AA-B6CD61CB3E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07989" y="968286"/>
            <a:ext cx="11376017" cy="238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452" b="0">
                <a:solidFill>
                  <a:schemeClr val="accent1"/>
                </a:solidFill>
                <a:latin typeface="SKODA Next" panose="020B0504020603020204" pitchFamily="34" charset="0"/>
              </a:defRPr>
            </a:lvl1pPr>
            <a:lvl2pPr marL="0" indent="0">
              <a:spcBef>
                <a:spcPts val="0"/>
              </a:spcBef>
              <a:buFont typeface="The Group TEXT" panose="020B0604020202020204" pitchFamily="34" charset="0"/>
              <a:buNone/>
              <a:tabLst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40314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ástupný symbol pro text 8"/>
          <p:cNvSpPr>
            <a:spLocks noGrp="1"/>
          </p:cNvSpPr>
          <p:nvPr>
            <p:ph type="body" sz="quarter" idx="12" hasCustomPrompt="1"/>
          </p:nvPr>
        </p:nvSpPr>
        <p:spPr>
          <a:xfrm>
            <a:off x="389931" y="1305943"/>
            <a:ext cx="3530479" cy="4701967"/>
          </a:xfrm>
        </p:spPr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  <a:p>
            <a:pPr lvl="3"/>
            <a:r>
              <a:rPr lang="en-GB" noProof="0" dirty="0"/>
              <a:t>Fourth level text</a:t>
            </a:r>
          </a:p>
          <a:p>
            <a:pPr lvl="4"/>
            <a:r>
              <a:rPr lang="en-GB" noProof="0" dirty="0"/>
              <a:t>Fifth level text</a:t>
            </a:r>
          </a:p>
        </p:txBody>
      </p:sp>
      <p:sp>
        <p:nvSpPr>
          <p:cNvPr id="11" name="Zástupný symbol pro obrázek 10"/>
          <p:cNvSpPr>
            <a:spLocks noGrp="1"/>
          </p:cNvSpPr>
          <p:nvPr>
            <p:ph type="pic" sz="quarter" idx="13" hasCustomPrompt="1"/>
          </p:nvPr>
        </p:nvSpPr>
        <p:spPr>
          <a:xfrm>
            <a:off x="4330261" y="1305943"/>
            <a:ext cx="7470214" cy="4701967"/>
          </a:xfrm>
          <a:noFill/>
        </p:spPr>
        <p:txBody>
          <a:bodyPr/>
          <a:lstStyle>
            <a:lvl1pPr algn="l">
              <a:buFontTx/>
              <a:buNone/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 dirty="0"/>
              <a:t>Picture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07A2A34-461D-93B6-E506-2B9D995AF2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B0269B77-25A2-D1DC-FB09-3BE41DB60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2266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4038078" y="6356827"/>
            <a:ext cx="4115844" cy="364359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 txBox="1">
            <a:spLocks/>
          </p:cNvSpPr>
          <p:nvPr/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82951" tIns="41475" rIns="82951" bIns="41475" rtlCol="0" anchor="b"/>
          <a:lstStyle>
            <a:defPPr>
              <a:defRPr lang="cs-CZ"/>
            </a:defPPr>
            <a:lvl1pPr marL="0" algn="l" defTabSz="1042742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37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74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114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487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6858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229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9601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973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3461C5-A737-4431-B972-059474258E70}" type="slidenum">
              <a:rPr lang="en-US" sz="726" smtClean="0"/>
              <a:pPr/>
              <a:t>‹#›</a:t>
            </a:fld>
            <a:endParaRPr lang="en-US" sz="726"/>
          </a:p>
        </p:txBody>
      </p:sp>
    </p:spTree>
    <p:extLst>
      <p:ext uri="{BB962C8B-B14F-4D97-AF65-F5344CB8AC3E}">
        <p14:creationId xmlns:p14="http://schemas.microsoft.com/office/powerpoint/2010/main" val="41002310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56" y="1305944"/>
            <a:ext cx="11410091" cy="4702546"/>
          </a:xfrm>
        </p:spPr>
        <p:txBody>
          <a:bodyPr/>
          <a:lstStyle>
            <a:lvl1pPr marL="163277" indent="-163277">
              <a:buFont typeface="SKODA Next" panose="020B0504020603020204" pitchFamily="34" charset="0"/>
              <a:buChar char="›"/>
              <a:defRPr baseline="0">
                <a:latin typeface="SKODA Next" panose="020B0504020603020204" pitchFamily="34" charset="0"/>
              </a:defRPr>
            </a:lvl1pPr>
            <a:lvl2pPr marL="326556" indent="-163277">
              <a:buFont typeface="SKODA Next" panose="020B0504020603020204" pitchFamily="34" charset="0"/>
              <a:buChar char="›"/>
              <a:defRPr>
                <a:latin typeface="SKODA Next" panose="020B0504020603020204" pitchFamily="34" charset="0"/>
              </a:defRPr>
            </a:lvl2pPr>
            <a:lvl3pPr marL="489832" indent="-163277">
              <a:buFont typeface="SKODA Next" panose="020B0504020603020204" pitchFamily="34" charset="0"/>
              <a:buChar char="›"/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 txBox="1">
            <a:spLocks/>
          </p:cNvSpPr>
          <p:nvPr/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82951" tIns="41475" rIns="82951" bIns="41475" rtlCol="0" anchor="b"/>
          <a:lstStyle>
            <a:defPPr>
              <a:defRPr lang="cs-CZ"/>
            </a:defPPr>
            <a:lvl1pPr marL="0" algn="l" defTabSz="1042742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37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74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114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487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6858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229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9601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973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3461C5-A737-4431-B972-059474258E70}" type="slidenum">
              <a:rPr lang="en-US" sz="726" smtClean="0"/>
              <a:pPr/>
              <a:t>‹#›</a:t>
            </a:fld>
            <a:endParaRPr lang="en-US" sz="726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56750CBA-4B59-21A3-BEA6-3FA57964C5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2A0470AA-246B-44FB-047F-DA84D0BDC3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351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60" y="1305944"/>
            <a:ext cx="5500518" cy="4702546"/>
          </a:xfrm>
        </p:spPr>
        <p:txBody>
          <a:bodyPr/>
          <a:lstStyle>
            <a:lvl1pPr marL="163277" indent="-163277">
              <a:buFont typeface="SKODA Next" panose="020B0504020603020204" pitchFamily="34" charset="0"/>
              <a:buChar char="›"/>
              <a:defRPr baseline="0">
                <a:latin typeface="SKODA Next" panose="020B0504020603020204" pitchFamily="34" charset="0"/>
              </a:defRPr>
            </a:lvl1pPr>
            <a:lvl2pPr marL="326556" indent="-163277">
              <a:buFont typeface="SKODA Next" panose="020B0504020603020204" pitchFamily="34" charset="0"/>
              <a:buChar char="›"/>
              <a:defRPr>
                <a:latin typeface="SKODA Next" panose="020B0504020603020204" pitchFamily="34" charset="0"/>
              </a:defRPr>
            </a:lvl2pPr>
            <a:lvl3pPr marL="489832" indent="-163277">
              <a:buFont typeface="SKODA Next" panose="020B0504020603020204" pitchFamily="34" charset="0"/>
              <a:buChar char="›"/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</p:txBody>
      </p:sp>
      <p:sp>
        <p:nvSpPr>
          <p:cNvPr id="9" name="Zástupný symbol pro obsah 2"/>
          <p:cNvSpPr>
            <a:spLocks noGrp="1"/>
          </p:cNvSpPr>
          <p:nvPr>
            <p:ph idx="13" hasCustomPrompt="1"/>
          </p:nvPr>
        </p:nvSpPr>
        <p:spPr>
          <a:xfrm>
            <a:off x="6300528" y="1305944"/>
            <a:ext cx="5500518" cy="4702546"/>
          </a:xfrm>
        </p:spPr>
        <p:txBody>
          <a:bodyPr/>
          <a:lstStyle>
            <a:lvl1pPr marL="163277" indent="-163277">
              <a:buFont typeface="SKODA Next" panose="020B0504020603020204" pitchFamily="34" charset="0"/>
              <a:buChar char="•"/>
              <a:defRPr baseline="0">
                <a:latin typeface="SKODA Next" panose="020B0504020603020204" pitchFamily="34" charset="0"/>
              </a:defRPr>
            </a:lvl1pPr>
            <a:lvl2pPr marL="326556" indent="-163277">
              <a:buFont typeface="SKODA Next" panose="020B0504020603020204" pitchFamily="34" charset="0"/>
              <a:buChar char="•"/>
              <a:defRPr>
                <a:latin typeface="SKODA Next" panose="020B0504020603020204" pitchFamily="34" charset="0"/>
              </a:defRPr>
            </a:lvl2pPr>
            <a:lvl3pPr marL="489832" indent="-163277">
              <a:buFont typeface="SKODA Next" panose="020B0504020603020204" pitchFamily="34" charset="0"/>
              <a:buChar char="•"/>
              <a:defRPr>
                <a:latin typeface="SKODA Next" panose="020B0504020603020204" pitchFamily="34" charset="0"/>
              </a:defRPr>
            </a:lvl3pPr>
            <a:lvl4pPr marL="653110" indent="-163277">
              <a:buFont typeface="SKODA Next" panose="020B0504020603020204" pitchFamily="34" charset="0"/>
              <a:buChar char="•"/>
              <a:defRPr>
                <a:latin typeface="SKODA Next" panose="020B0504020603020204" pitchFamily="34" charset="0"/>
              </a:defRPr>
            </a:lvl4pPr>
            <a:lvl5pPr marL="816387" indent="-163277">
              <a:buFont typeface="SKODA Next" panose="020B0504020603020204" pitchFamily="34" charset="0"/>
              <a:buChar char="•"/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  <a:p>
            <a:pPr lvl="3"/>
            <a:r>
              <a:rPr lang="en-GB" noProof="0" dirty="0"/>
              <a:t>Fourth level text</a:t>
            </a:r>
          </a:p>
          <a:p>
            <a:pPr lvl="4"/>
            <a:r>
              <a:rPr lang="en-GB" noProof="0" dirty="0"/>
              <a:t>Fifth level text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 txBox="1">
            <a:spLocks/>
          </p:cNvSpPr>
          <p:nvPr/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82951" tIns="41475" rIns="82951" bIns="41475" rtlCol="0" anchor="b"/>
          <a:lstStyle>
            <a:defPPr>
              <a:defRPr lang="cs-CZ"/>
            </a:defPPr>
            <a:lvl1pPr marL="0" algn="l" defTabSz="1042742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37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74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114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487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6858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229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9601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973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3461C5-A737-4431-B972-059474258E70}" type="slidenum">
              <a:rPr lang="en-US" sz="726" smtClean="0"/>
              <a:pPr/>
              <a:t>‹#›</a:t>
            </a:fld>
            <a:endParaRPr lang="en-US" sz="726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B6C0D23A-3D61-6863-2C20-799585993C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A4F54253-B1E6-758E-2592-004824CC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12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3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54" y="1305944"/>
            <a:ext cx="3529454" cy="4702546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  <a:p>
            <a:pPr lvl="3"/>
            <a:r>
              <a:rPr lang="en-GB" noProof="0" dirty="0"/>
              <a:t>Fourth level text</a:t>
            </a:r>
          </a:p>
          <a:p>
            <a:pPr lvl="4"/>
            <a:r>
              <a:rPr lang="en-GB" noProof="0" dirty="0"/>
              <a:t>Fifth level text</a:t>
            </a:r>
          </a:p>
        </p:txBody>
      </p:sp>
      <p:sp>
        <p:nvSpPr>
          <p:cNvPr id="10" name="Zástupný symbol pro obsah 2"/>
          <p:cNvSpPr>
            <a:spLocks noGrp="1"/>
          </p:cNvSpPr>
          <p:nvPr>
            <p:ph idx="13" hasCustomPrompt="1"/>
          </p:nvPr>
        </p:nvSpPr>
        <p:spPr>
          <a:xfrm>
            <a:off x="4331273" y="1305944"/>
            <a:ext cx="3529454" cy="4702546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  <a:p>
            <a:pPr lvl="3"/>
            <a:r>
              <a:rPr lang="en-GB" noProof="0" dirty="0"/>
              <a:t>Fourth level text</a:t>
            </a:r>
          </a:p>
          <a:p>
            <a:pPr lvl="4"/>
            <a:r>
              <a:rPr lang="en-GB" noProof="0" dirty="0"/>
              <a:t>Fifth level text</a:t>
            </a:r>
          </a:p>
        </p:txBody>
      </p:sp>
      <p:sp>
        <p:nvSpPr>
          <p:cNvPr id="11" name="Zástupný symbol pro obsah 2"/>
          <p:cNvSpPr>
            <a:spLocks noGrp="1"/>
          </p:cNvSpPr>
          <p:nvPr>
            <p:ph idx="14" hasCustomPrompt="1"/>
          </p:nvPr>
        </p:nvSpPr>
        <p:spPr>
          <a:xfrm>
            <a:off x="8271593" y="1305944"/>
            <a:ext cx="3529454" cy="4702546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  <a:p>
            <a:pPr lvl="3"/>
            <a:r>
              <a:rPr lang="en-GB" noProof="0" dirty="0"/>
              <a:t>Fourth level text</a:t>
            </a:r>
          </a:p>
          <a:p>
            <a:pPr lvl="4"/>
            <a:r>
              <a:rPr lang="en-GB" noProof="0" dirty="0"/>
              <a:t>Fifth level text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 txBox="1">
            <a:spLocks/>
          </p:cNvSpPr>
          <p:nvPr/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82951" tIns="41475" rIns="82951" bIns="41475" rtlCol="0" anchor="b"/>
          <a:lstStyle>
            <a:defPPr>
              <a:defRPr lang="cs-CZ"/>
            </a:defPPr>
            <a:lvl1pPr marL="0" algn="l" defTabSz="1042742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37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74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114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487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6858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229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9601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973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3461C5-A737-4431-B972-059474258E70}" type="slidenum">
              <a:rPr lang="en-US" sz="726" smtClean="0"/>
              <a:pPr/>
              <a:t>‹#›</a:t>
            </a:fld>
            <a:endParaRPr lang="en-US" sz="726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AD715166-0954-DF09-6262-160AC6FB813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73F46F6A-470B-41F3-788E-91121A1C1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105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ástupný symbol pro obrázek 10"/>
          <p:cNvSpPr>
            <a:spLocks noGrp="1"/>
          </p:cNvSpPr>
          <p:nvPr>
            <p:ph type="pic" sz="quarter" idx="13" hasCustomPrompt="1"/>
          </p:nvPr>
        </p:nvSpPr>
        <p:spPr>
          <a:xfrm>
            <a:off x="389932" y="1305947"/>
            <a:ext cx="11410547" cy="4702545"/>
          </a:xfrm>
        </p:spPr>
        <p:txBody>
          <a:bodyPr/>
          <a:lstStyle>
            <a:lvl1pPr algn="l">
              <a:buFontTx/>
              <a:buNone/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 dirty="0"/>
              <a:t>Picture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 txBox="1">
            <a:spLocks/>
          </p:cNvSpPr>
          <p:nvPr/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82951" tIns="41475" rIns="82951" bIns="41475" rtlCol="0" anchor="b"/>
          <a:lstStyle>
            <a:defPPr>
              <a:defRPr lang="cs-CZ"/>
            </a:defPPr>
            <a:lvl1pPr marL="0" algn="l" defTabSz="1042742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37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74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114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487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6858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229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9601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973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3461C5-A737-4431-B972-059474258E70}" type="slidenum">
              <a:rPr lang="en-US" sz="726" smtClean="0"/>
              <a:pPr/>
              <a:t>‹#›</a:t>
            </a:fld>
            <a:endParaRPr lang="en-US" sz="726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C71C59D8-AAF3-6642-4119-8587C792B2C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8F0ED259-E5B1-6D06-7F78-19635464C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30284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ástupný symbol pro obrázek 10"/>
          <p:cNvSpPr>
            <a:spLocks noGrp="1"/>
          </p:cNvSpPr>
          <p:nvPr>
            <p:ph type="pic" sz="quarter" idx="13" hasCustomPrompt="1"/>
          </p:nvPr>
        </p:nvSpPr>
        <p:spPr>
          <a:xfrm>
            <a:off x="6" y="7"/>
            <a:ext cx="12192000" cy="6179970"/>
          </a:xfrm>
        </p:spPr>
        <p:txBody>
          <a:bodyPr/>
          <a:lstStyle>
            <a:lvl1pPr algn="l">
              <a:buFontTx/>
              <a:buNone/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 dirty="0"/>
              <a:t>Picture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 txBox="1">
            <a:spLocks/>
          </p:cNvSpPr>
          <p:nvPr/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82951" tIns="41475" rIns="82951" bIns="41475" rtlCol="0" anchor="b"/>
          <a:lstStyle>
            <a:defPPr>
              <a:defRPr lang="cs-CZ"/>
            </a:defPPr>
            <a:lvl1pPr marL="0" algn="l" defTabSz="1042742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37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74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114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487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6858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229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9601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973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3461C5-A737-4431-B972-059474258E70}" type="slidenum">
              <a:rPr lang="en-US" sz="726" smtClean="0"/>
              <a:pPr/>
              <a:t>‹#›</a:t>
            </a:fld>
            <a:endParaRPr lang="en-US" sz="726"/>
          </a:p>
        </p:txBody>
      </p:sp>
    </p:spTree>
    <p:extLst>
      <p:ext uri="{BB962C8B-B14F-4D97-AF65-F5344CB8AC3E}">
        <p14:creationId xmlns:p14="http://schemas.microsoft.com/office/powerpoint/2010/main" val="267482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t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 txBox="1">
            <a:spLocks/>
          </p:cNvSpPr>
          <p:nvPr/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82951" tIns="41475" rIns="82951" bIns="41475" rtlCol="0" anchor="b"/>
          <a:lstStyle>
            <a:defPPr>
              <a:defRPr lang="cs-CZ"/>
            </a:defPPr>
            <a:lvl1pPr marL="0" algn="l" defTabSz="1042742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37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742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114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487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6858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229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9601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0973" algn="l" defTabSz="1042742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3461C5-A737-4431-B972-059474258E70}" type="slidenum">
              <a:rPr lang="en-US" sz="726" smtClean="0"/>
              <a:pPr/>
              <a:t>‹#›</a:t>
            </a:fld>
            <a:endParaRPr lang="en-US" sz="726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0D1CE404-AED3-FF06-E40E-E8B38708B53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06401" y="547300"/>
            <a:ext cx="11380751" cy="26850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633" b="0">
                <a:solidFill>
                  <a:schemeClr val="accent2"/>
                </a:solidFill>
                <a:latin typeface="SKODA Next" panose="020B0504020603020204" pitchFamily="34" charset="0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Action title in The Group Head Light 18pt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BFB34048-0D4A-E4AE-3E0F-8EA737AE93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90956" y="71753"/>
            <a:ext cx="10344386" cy="39182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SKODA Next" panose="020B0504020603020204" pitchFamily="34" charset="0"/>
              </a:defRPr>
            </a:lvl1pPr>
          </a:lstStyle>
          <a:p>
            <a:r>
              <a:rPr lang="en-US" dirty="0"/>
              <a:t>Headline in The Group Head Light 28pt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8906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of Presenta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5575194"/>
            <a:ext cx="12192000" cy="12828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788" y="2296217"/>
            <a:ext cx="6256424" cy="1050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04349-DDAD-B9C3-D07E-9A75B32FCA95}"/>
              </a:ext>
            </a:extLst>
          </p:cNvPr>
          <p:cNvSpPr txBox="1"/>
          <p:nvPr/>
        </p:nvSpPr>
        <p:spPr>
          <a:xfrm>
            <a:off x="7742050" y="5575193"/>
            <a:ext cx="4449950" cy="53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452" b="0" i="0" dirty="0">
                <a:solidFill>
                  <a:schemeClr val="bg1"/>
                </a:solidFill>
                <a:effectLst/>
                <a:latin typeface="SKODANext-Regular"/>
              </a:rPr>
              <a:t>© 2025 Škoda Auto Volkswagen India Private Limited.</a:t>
            </a:r>
            <a:endParaRPr lang="en-US" sz="1452" dirty="0">
              <a:solidFill>
                <a:schemeClr val="bg1"/>
              </a:solidFill>
            </a:endParaRPr>
          </a:p>
        </p:txBody>
      </p:sp>
      <p:pic>
        <p:nvPicPr>
          <p:cNvPr id="11" name="Picture 10" descr="A green and blue arrows&#10;&#10;Description automatically generated">
            <a:extLst>
              <a:ext uri="{FF2B5EF4-FFF2-40B4-BE49-F238E27FC236}">
                <a16:creationId xmlns:a16="http://schemas.microsoft.com/office/drawing/2014/main" id="{CDF4FB79-FDB9-0D9A-ECE1-76564FFFAB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69"/>
          <a:stretch/>
        </p:blipFill>
        <p:spPr>
          <a:xfrm>
            <a:off x="11069947" y="4096456"/>
            <a:ext cx="1039843" cy="138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728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of Presenta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47354F-8C7D-6B6C-5E01-7F4ADCAE87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9333"/>
          </a:xfrm>
        </p:grpSpPr>
        <p:grpSp>
          <p:nvGrpSpPr>
            <p:cNvPr id="4" name="Graphic 6">
              <a:extLst>
                <a:ext uri="{FF2B5EF4-FFF2-40B4-BE49-F238E27FC236}">
                  <a16:creationId xmlns:a16="http://schemas.microsoft.com/office/drawing/2014/main" id="{AD84E1B5-9463-CC9C-4121-7EAE1FFFB879}"/>
                </a:ext>
              </a:extLst>
            </p:cNvPr>
            <p:cNvGrpSpPr/>
            <p:nvPr/>
          </p:nvGrpSpPr>
          <p:grpSpPr bwMode="grayWhite">
            <a:xfrm>
              <a:off x="0" y="0"/>
              <a:ext cx="12192000" cy="6857999"/>
              <a:chOff x="0" y="0"/>
              <a:chExt cx="12192000" cy="6857999"/>
            </a:xfrm>
          </p:grpSpPr>
          <p:sp>
            <p:nvSpPr>
              <p:cNvPr id="8" name="Freeform 12">
                <a:extLst>
                  <a:ext uri="{FF2B5EF4-FFF2-40B4-BE49-F238E27FC236}">
                    <a16:creationId xmlns:a16="http://schemas.microsoft.com/office/drawing/2014/main" id="{86370279-8185-939A-75F8-DE3400E55809}"/>
                  </a:ext>
                </a:extLst>
              </p:cNvPr>
              <p:cNvSpPr/>
              <p:nvPr/>
            </p:nvSpPr>
            <p:spPr bwMode="grayWhite">
              <a:xfrm>
                <a:off x="0" y="0"/>
                <a:ext cx="12192000" cy="2730"/>
              </a:xfrm>
              <a:custGeom>
                <a:avLst/>
                <a:gdLst>
                  <a:gd name="connsiteX0" fmla="*/ 0 w 12192000"/>
                  <a:gd name="connsiteY0" fmla="*/ 0 h 2730"/>
                  <a:gd name="connsiteX1" fmla="*/ 12192000 w 12192000"/>
                  <a:gd name="connsiteY1" fmla="*/ 0 h 2730"/>
                  <a:gd name="connsiteX2" fmla="*/ 12192000 w 12192000"/>
                  <a:gd name="connsiteY2" fmla="*/ 2731 h 2730"/>
                  <a:gd name="connsiteX3" fmla="*/ 0 w 12192000"/>
                  <a:gd name="connsiteY3" fmla="*/ 2731 h 2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0" h="273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2731"/>
                    </a:lnTo>
                    <a:lnTo>
                      <a:pt x="0" y="2731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633"/>
              </a:p>
            </p:txBody>
          </p:sp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E4593140-258D-C67E-048B-D9F892429A5B}"/>
                  </a:ext>
                </a:extLst>
              </p:cNvPr>
              <p:cNvSpPr/>
              <p:nvPr/>
            </p:nvSpPr>
            <p:spPr bwMode="grayWhite">
              <a:xfrm>
                <a:off x="0" y="2730"/>
                <a:ext cx="12192000" cy="6855269"/>
              </a:xfrm>
              <a:custGeom>
                <a:avLst/>
                <a:gdLst>
                  <a:gd name="connsiteX0" fmla="*/ 0 w 12192000"/>
                  <a:gd name="connsiteY0" fmla="*/ 0 h 6855269"/>
                  <a:gd name="connsiteX1" fmla="*/ 12192000 w 12192000"/>
                  <a:gd name="connsiteY1" fmla="*/ 0 h 6855269"/>
                  <a:gd name="connsiteX2" fmla="*/ 12192000 w 12192000"/>
                  <a:gd name="connsiteY2" fmla="*/ 6855270 h 6855269"/>
                  <a:gd name="connsiteX3" fmla="*/ 0 w 12192000"/>
                  <a:gd name="connsiteY3" fmla="*/ 6855270 h 6855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0" h="6855269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5270"/>
                    </a:lnTo>
                    <a:lnTo>
                      <a:pt x="0" y="6855270"/>
                    </a:lnTo>
                    <a:close/>
                  </a:path>
                </a:pathLst>
              </a:custGeom>
              <a:solidFill>
                <a:srgbClr val="008C82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633"/>
              </a:p>
            </p:txBody>
          </p:sp>
          <p:sp>
            <p:nvSpPr>
              <p:cNvPr id="10" name="Freeform 14">
                <a:extLst>
                  <a:ext uri="{FF2B5EF4-FFF2-40B4-BE49-F238E27FC236}">
                    <a16:creationId xmlns:a16="http://schemas.microsoft.com/office/drawing/2014/main" id="{86965DCB-FD93-EA53-BC91-AC2C90927836}"/>
                  </a:ext>
                </a:extLst>
              </p:cNvPr>
              <p:cNvSpPr/>
              <p:nvPr/>
            </p:nvSpPr>
            <p:spPr bwMode="grayWhite">
              <a:xfrm>
                <a:off x="0" y="2730"/>
                <a:ext cx="12192000" cy="6855269"/>
              </a:xfrm>
              <a:custGeom>
                <a:avLst/>
                <a:gdLst>
                  <a:gd name="connsiteX0" fmla="*/ 0 w 12192000"/>
                  <a:gd name="connsiteY0" fmla="*/ 0 h 6855269"/>
                  <a:gd name="connsiteX1" fmla="*/ 12192000 w 12192000"/>
                  <a:gd name="connsiteY1" fmla="*/ 0 h 6855269"/>
                  <a:gd name="connsiteX2" fmla="*/ 12192000 w 12192000"/>
                  <a:gd name="connsiteY2" fmla="*/ 6855270 h 6855269"/>
                  <a:gd name="connsiteX3" fmla="*/ 0 w 12192000"/>
                  <a:gd name="connsiteY3" fmla="*/ 6855270 h 6855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0" h="6855269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5270"/>
                    </a:lnTo>
                    <a:lnTo>
                      <a:pt x="0" y="6855270"/>
                    </a:lnTo>
                    <a:close/>
                  </a:path>
                </a:pathLst>
              </a:custGeom>
              <a:gradFill>
                <a:gsLst>
                  <a:gs pos="0">
                    <a:srgbClr val="00806F">
                      <a:alpha val="0"/>
                    </a:srgbClr>
                  </a:gs>
                  <a:gs pos="34000">
                    <a:srgbClr val="00867D">
                      <a:alpha val="0"/>
                    </a:srgbClr>
                  </a:gs>
                  <a:gs pos="67000">
                    <a:srgbClr val="00867D"/>
                  </a:gs>
                  <a:gs pos="100000">
                    <a:srgbClr val="036E68"/>
                  </a:gs>
                </a:gsLst>
                <a:lin ang="19652065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633"/>
              </a:p>
            </p:txBody>
          </p:sp>
        </p:grpSp>
        <p:sp>
          <p:nvSpPr>
            <p:cNvPr id="5" name="Graphic 7">
              <a:extLst>
                <a:ext uri="{FF2B5EF4-FFF2-40B4-BE49-F238E27FC236}">
                  <a16:creationId xmlns:a16="http://schemas.microsoft.com/office/drawing/2014/main" id="{4B7104AB-E39D-1F43-DA7C-144B8BBDDC3D}"/>
                </a:ext>
              </a:extLst>
            </p:cNvPr>
            <p:cNvSpPr/>
            <p:nvPr/>
          </p:nvSpPr>
          <p:spPr bwMode="ltGray">
            <a:xfrm>
              <a:off x="0" y="2844800"/>
              <a:ext cx="12192000" cy="4014533"/>
            </a:xfrm>
            <a:custGeom>
              <a:avLst/>
              <a:gdLst>
                <a:gd name="connsiteX0" fmla="*/ 4401566 w 12192000"/>
                <a:gd name="connsiteY0" fmla="*/ 2429574 h 4014533"/>
                <a:gd name="connsiteX1" fmla="*/ 0 w 12192000"/>
                <a:gd name="connsiteY1" fmla="*/ 1914462 h 4014533"/>
                <a:gd name="connsiteX2" fmla="*/ 0 w 12192000"/>
                <a:gd name="connsiteY2" fmla="*/ 4014534 h 4014533"/>
                <a:gd name="connsiteX3" fmla="*/ 12192000 w 12192000"/>
                <a:gd name="connsiteY3" fmla="*/ 4014534 h 4014533"/>
                <a:gd name="connsiteX4" fmla="*/ 12192000 w 12192000"/>
                <a:gd name="connsiteY4" fmla="*/ 0 h 4014533"/>
                <a:gd name="connsiteX5" fmla="*/ 4401566 w 12192000"/>
                <a:gd name="connsiteY5" fmla="*/ 2429574 h 401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4014533">
                  <a:moveTo>
                    <a:pt x="4401566" y="2429574"/>
                  </a:moveTo>
                  <a:cubicBezTo>
                    <a:pt x="2427827" y="2429574"/>
                    <a:pt x="819023" y="2113820"/>
                    <a:pt x="0" y="1914462"/>
                  </a:cubicBezTo>
                  <a:lnTo>
                    <a:pt x="0" y="4014534"/>
                  </a:lnTo>
                  <a:lnTo>
                    <a:pt x="12192000" y="4014534"/>
                  </a:lnTo>
                  <a:lnTo>
                    <a:pt x="12192000" y="0"/>
                  </a:lnTo>
                  <a:cubicBezTo>
                    <a:pt x="12192000" y="0"/>
                    <a:pt x="11434255" y="2429574"/>
                    <a:pt x="4401566" y="24295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0"/>
                  </a:schemeClr>
                </a:gs>
                <a:gs pos="35000">
                  <a:schemeClr val="accent2"/>
                </a:gs>
                <a:gs pos="100000">
                  <a:srgbClr val="FFFFFF">
                    <a:alpha val="65000"/>
                  </a:srgbClr>
                </a:gs>
              </a:gsLst>
              <a:lin ang="16800000" scaled="0"/>
            </a:gradFill>
            <a:ln w="3175" cap="flat">
              <a:noFill/>
              <a:prstDash val="solid"/>
              <a:miter/>
            </a:ln>
            <a:effectLst>
              <a:softEdge rad="0"/>
            </a:effectLst>
          </p:spPr>
          <p:txBody>
            <a:bodyPr rtlCol="0" anchor="ctr"/>
            <a:lstStyle/>
            <a:p>
              <a:endParaRPr lang="en-GB" sz="1633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3C62089-5672-705E-FF38-A2560359989E}"/>
              </a:ext>
            </a:extLst>
          </p:cNvPr>
          <p:cNvSpPr txBox="1"/>
          <p:nvPr/>
        </p:nvSpPr>
        <p:spPr>
          <a:xfrm>
            <a:off x="3013004" y="2581377"/>
            <a:ext cx="6165990" cy="1097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532" b="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614B8-A535-903A-1F7E-1002F1A293D6}"/>
              </a:ext>
            </a:extLst>
          </p:cNvPr>
          <p:cNvSpPr txBox="1"/>
          <p:nvPr/>
        </p:nvSpPr>
        <p:spPr>
          <a:xfrm>
            <a:off x="7742050" y="6511811"/>
            <a:ext cx="4449950" cy="53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452" b="0" i="0" dirty="0">
                <a:solidFill>
                  <a:schemeClr val="bg1"/>
                </a:solidFill>
                <a:effectLst/>
                <a:latin typeface="SKODANext-Regular"/>
              </a:rPr>
              <a:t>© 2025 Škoda Auto Volkswagen India Private Limited.</a:t>
            </a:r>
            <a:endParaRPr lang="en-US" sz="1452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4545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79D1-859B-871A-D71A-0090A4454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CAB25-B47A-DF5E-83C1-1DFCBC811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52B4-8DC3-0E19-2F7C-E0E93009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4A21-877A-4828-8646-F21464052AB8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A9393-896C-EDEF-F1C2-BA9361307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8C0AB-69A6-49CF-2E9E-1A42DA5B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9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4.png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37" Type="http://schemas.openxmlformats.org/officeDocument/2006/relationships/image" Target="../media/image2.png"/><Relationship Id="rId40" Type="http://schemas.openxmlformats.org/officeDocument/2006/relationships/oleObject" Target="../embeddings/oleObject2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1.xml"/><Relationship Id="rId38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1816" y="1448"/>
          <a:ext cx="181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9" imgH="398" progId="TCLayout.ActiveDocument.1">
                  <p:embed/>
                </p:oleObj>
              </mc:Choice>
              <mc:Fallback>
                <p:oleObj name="think-cell Slide" r:id="rId35" imgW="399" imgH="398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816" y="1448"/>
                        <a:ext cx="181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390956" y="1305947"/>
            <a:ext cx="11410091" cy="47025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  <a:p>
            <a:pPr lvl="3"/>
            <a:r>
              <a:rPr lang="en-GB" noProof="0" dirty="0"/>
              <a:t>Fourth level text</a:t>
            </a:r>
          </a:p>
          <a:p>
            <a:pPr lvl="4"/>
            <a:r>
              <a:rPr lang="en-GB" noProof="0" dirty="0"/>
              <a:t>Fifth level text</a:t>
            </a:r>
          </a:p>
        </p:txBody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90956" y="126183"/>
            <a:ext cx="10344386" cy="391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Headline Text (Page Message) Skoda Next 28pt</a:t>
            </a:r>
          </a:p>
        </p:txBody>
      </p:sp>
      <p:sp>
        <p:nvSpPr>
          <p:cNvPr id="11" name="TextBox 10"/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98886"/>
            <a:ext cx="12205118" cy="23412"/>
          </a:xfrm>
          <a:prstGeom prst="rect">
            <a:avLst/>
          </a:prstGeom>
          <a:solidFill>
            <a:srgbClr val="038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81"/>
          <a:stretch/>
        </p:blipFill>
        <p:spPr>
          <a:xfrm>
            <a:off x="124348" y="6326856"/>
            <a:ext cx="2412121" cy="25921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038078" y="6356827"/>
            <a:ext cx="4115844" cy="364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655981" y="6605411"/>
            <a:ext cx="405014" cy="2373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DBF1-D6A5-4C59-ADE2-1E5D3A063B0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green circle with a steering wheel and a couple of people connected to it&#10;&#10;Description automatically generated">
            <a:extLst>
              <a:ext uri="{FF2B5EF4-FFF2-40B4-BE49-F238E27FC236}">
                <a16:creationId xmlns:a16="http://schemas.microsoft.com/office/drawing/2014/main" id="{2E1DD816-16AD-7D8B-FD95-99A9A3FFD866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331" y="102015"/>
            <a:ext cx="611321" cy="415988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BDA3CFBE-B1DF-BD24-A2C2-B68F43104D68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68"/>
          <a:stretch/>
        </p:blipFill>
        <p:spPr>
          <a:xfrm>
            <a:off x="9966600" y="6337937"/>
            <a:ext cx="2101052" cy="208879"/>
          </a:xfrm>
          <a:prstGeom prst="rect">
            <a:avLst/>
          </a:prstGeom>
        </p:spPr>
      </p:pic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69BAB68-7EEB-B0C8-9DE0-1527D726C5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41427730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86" imgH="486" progId="TCLayout.ActiveDocument.1">
                  <p:embed/>
                </p:oleObj>
              </mc:Choice>
              <mc:Fallback>
                <p:oleObj name="think-cell Slide" r:id="rId40" imgW="486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51063B-7BBA-3387-D716-78693D0A9C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927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46153" rtl="0" eaLnBrk="1" latinLnBrk="0" hangingPunct="1">
        <a:lnSpc>
          <a:spcPts val="2903"/>
        </a:lnSpc>
        <a:spcBef>
          <a:spcPct val="0"/>
        </a:spcBef>
        <a:buNone/>
        <a:defRPr sz="2540" b="0" kern="1200">
          <a:solidFill>
            <a:schemeClr val="tx1"/>
          </a:solidFill>
          <a:latin typeface="SKODA Next" panose="020B0504020603020204" pitchFamily="34" charset="0"/>
          <a:ea typeface="Verdana" pitchFamily="34" charset="0"/>
          <a:cs typeface="SKODA Next" panose="020B0504020603020204" pitchFamily="34" charset="0"/>
        </a:defRPr>
      </a:lvl1pPr>
    </p:titleStyle>
    <p:bodyStyle>
      <a:lvl1pPr marL="163277" indent="-163277" algn="l" defTabSz="946153" rtl="0" eaLnBrk="1" latinLnBrk="0" hangingPunct="1">
        <a:lnSpc>
          <a:spcPct val="115000"/>
        </a:lnSpc>
        <a:spcBef>
          <a:spcPts val="0"/>
        </a:spcBef>
        <a:buClr>
          <a:schemeClr val="bg1">
            <a:lumMod val="85000"/>
          </a:schemeClr>
        </a:buClr>
        <a:buSzPct val="100000"/>
        <a:buFont typeface="Wingdings" panose="05000000000000000000" pitchFamily="2" charset="2"/>
        <a:buChar char="§"/>
        <a:defRPr sz="1452" kern="1200">
          <a:solidFill>
            <a:schemeClr val="tx1"/>
          </a:solidFill>
          <a:latin typeface="SKODA Next" panose="020B0504020603020204" pitchFamily="34" charset="0"/>
          <a:ea typeface="Verdana" pitchFamily="34" charset="0"/>
          <a:cs typeface="SKODA Next" panose="020B0504020603020204" pitchFamily="34" charset="0"/>
        </a:defRPr>
      </a:lvl1pPr>
      <a:lvl2pPr marL="326556" indent="-163277" algn="l" defTabSz="946153" rtl="0" eaLnBrk="1" latinLnBrk="0" hangingPunct="1">
        <a:lnSpc>
          <a:spcPct val="115000"/>
        </a:lnSpc>
        <a:spcBef>
          <a:spcPts val="0"/>
        </a:spcBef>
        <a:buClr>
          <a:schemeClr val="bg1">
            <a:lumMod val="85000"/>
          </a:schemeClr>
        </a:buClr>
        <a:buSzPct val="100000"/>
        <a:buFont typeface="Wingdings" panose="05000000000000000000" pitchFamily="2" charset="2"/>
        <a:buChar char="§"/>
        <a:defRPr sz="1452" kern="1200">
          <a:solidFill>
            <a:schemeClr val="tx1"/>
          </a:solidFill>
          <a:latin typeface="SKODA Next" panose="020B0504020603020204" pitchFamily="34" charset="0"/>
          <a:ea typeface="Verdana" pitchFamily="34" charset="0"/>
          <a:cs typeface="SKODA Next" panose="020B0504020603020204" pitchFamily="34" charset="0"/>
        </a:defRPr>
      </a:lvl2pPr>
      <a:lvl3pPr marL="489832" indent="-163277" algn="l" defTabSz="946153" rtl="0" eaLnBrk="1" latinLnBrk="0" hangingPunct="1">
        <a:lnSpc>
          <a:spcPct val="115000"/>
        </a:lnSpc>
        <a:spcBef>
          <a:spcPts val="0"/>
        </a:spcBef>
        <a:buClr>
          <a:schemeClr val="bg1">
            <a:lumMod val="85000"/>
          </a:schemeClr>
        </a:buClr>
        <a:buSzPct val="100000"/>
        <a:buFont typeface="Wingdings" panose="05000000000000000000" pitchFamily="2" charset="2"/>
        <a:buChar char="§"/>
        <a:defRPr sz="1452" kern="1200">
          <a:solidFill>
            <a:schemeClr val="tx1"/>
          </a:solidFill>
          <a:latin typeface="SKODA Next" panose="020B0504020603020204" pitchFamily="34" charset="0"/>
          <a:ea typeface="Verdana" pitchFamily="34" charset="0"/>
          <a:cs typeface="SKODA Next" panose="020B0504020603020204" pitchFamily="34" charset="0"/>
        </a:defRPr>
      </a:lvl3pPr>
      <a:lvl4pPr marL="653110" indent="-163277" algn="l" defTabSz="946153" rtl="0" eaLnBrk="1" latinLnBrk="0" hangingPunct="1">
        <a:lnSpc>
          <a:spcPct val="115000"/>
        </a:lnSpc>
        <a:spcBef>
          <a:spcPts val="0"/>
        </a:spcBef>
        <a:buClr>
          <a:schemeClr val="bg1">
            <a:lumMod val="85000"/>
          </a:schemeClr>
        </a:buClr>
        <a:buSzPct val="100000"/>
        <a:buFont typeface="Wingdings" panose="05000000000000000000" pitchFamily="2" charset="2"/>
        <a:buChar char="§"/>
        <a:defRPr sz="1452" kern="1200">
          <a:solidFill>
            <a:schemeClr val="tx1"/>
          </a:solidFill>
          <a:latin typeface="SKODA Next" panose="020B0504020603020204" pitchFamily="34" charset="0"/>
          <a:ea typeface="Verdana" pitchFamily="34" charset="0"/>
          <a:cs typeface="SKODA Next" panose="020B0504020603020204" pitchFamily="34" charset="0"/>
        </a:defRPr>
      </a:lvl4pPr>
      <a:lvl5pPr marL="816387" indent="-163277" algn="l" defTabSz="946153" rtl="0" eaLnBrk="1" latinLnBrk="0" hangingPunct="1">
        <a:lnSpc>
          <a:spcPct val="115000"/>
        </a:lnSpc>
        <a:spcBef>
          <a:spcPts val="0"/>
        </a:spcBef>
        <a:buClr>
          <a:schemeClr val="bg1">
            <a:lumMod val="85000"/>
          </a:schemeClr>
        </a:buClr>
        <a:buSzPct val="100000"/>
        <a:buFont typeface="Wingdings" panose="05000000000000000000" pitchFamily="2" charset="2"/>
        <a:buChar char="§"/>
        <a:defRPr sz="1452" kern="1200">
          <a:solidFill>
            <a:schemeClr val="tx1"/>
          </a:solidFill>
          <a:latin typeface="SKODA Next" panose="020B0504020603020204" pitchFamily="34" charset="0"/>
          <a:ea typeface="Verdana" pitchFamily="34" charset="0"/>
          <a:cs typeface="SKODA Next" panose="020B0504020603020204" pitchFamily="34" charset="0"/>
        </a:defRPr>
      </a:lvl5pPr>
      <a:lvl6pPr marL="2601922" indent="-236538" algn="l" defTabSz="946153" rtl="0" eaLnBrk="1" latinLnBrk="0" hangingPunct="1">
        <a:spcBef>
          <a:spcPct val="20000"/>
        </a:spcBef>
        <a:buFont typeface="Arial" pitchFamily="34" charset="0"/>
        <a:buChar char="•"/>
        <a:defRPr sz="2087" kern="1200">
          <a:solidFill>
            <a:schemeClr val="tx1"/>
          </a:solidFill>
          <a:latin typeface="+mn-lt"/>
          <a:ea typeface="+mn-ea"/>
          <a:cs typeface="+mn-cs"/>
        </a:defRPr>
      </a:lvl6pPr>
      <a:lvl7pPr marL="3074999" indent="-236538" algn="l" defTabSz="946153" rtl="0" eaLnBrk="1" latinLnBrk="0" hangingPunct="1">
        <a:spcBef>
          <a:spcPct val="20000"/>
        </a:spcBef>
        <a:buFont typeface="Arial" pitchFamily="34" charset="0"/>
        <a:buChar char="•"/>
        <a:defRPr sz="2087" kern="1200">
          <a:solidFill>
            <a:schemeClr val="tx1"/>
          </a:solidFill>
          <a:latin typeface="+mn-lt"/>
          <a:ea typeface="+mn-ea"/>
          <a:cs typeface="+mn-cs"/>
        </a:defRPr>
      </a:lvl7pPr>
      <a:lvl8pPr marL="3548076" indent="-236538" algn="l" defTabSz="946153" rtl="0" eaLnBrk="1" latinLnBrk="0" hangingPunct="1">
        <a:spcBef>
          <a:spcPct val="20000"/>
        </a:spcBef>
        <a:buFont typeface="Arial" pitchFamily="34" charset="0"/>
        <a:buChar char="•"/>
        <a:defRPr sz="2087" kern="1200">
          <a:solidFill>
            <a:schemeClr val="tx1"/>
          </a:solidFill>
          <a:latin typeface="+mn-lt"/>
          <a:ea typeface="+mn-ea"/>
          <a:cs typeface="+mn-cs"/>
        </a:defRPr>
      </a:lvl8pPr>
      <a:lvl9pPr marL="4021151" indent="-236538" algn="l" defTabSz="946153" rtl="0" eaLnBrk="1" latinLnBrk="0" hangingPunct="1">
        <a:spcBef>
          <a:spcPct val="20000"/>
        </a:spcBef>
        <a:buFont typeface="Arial" pitchFamily="34" charset="0"/>
        <a:buChar char="•"/>
        <a:defRPr sz="2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3077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46153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19230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892307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65382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8460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11538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84614" algn="l" defTabSz="946153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">
          <p15:clr>
            <a:srgbClr val="F26B43"/>
          </p15:clr>
        </p15:guide>
        <p15:guide id="2" pos="4092">
          <p15:clr>
            <a:srgbClr val="F26B43"/>
          </p15:clr>
        </p15:guide>
        <p15:guide id="3" pos="3008">
          <p15:clr>
            <a:srgbClr val="F26B43"/>
          </p15:clr>
        </p15:guide>
        <p15:guide id="4" pos="2723">
          <p15:clr>
            <a:srgbClr val="F26B43"/>
          </p15:clr>
        </p15:guide>
        <p15:guide id="5" pos="1639">
          <p15:clr>
            <a:srgbClr val="F26B43"/>
          </p15:clr>
        </p15:guide>
        <p15:guide id="6" pos="1354">
          <p15:clr>
            <a:srgbClr val="F26B43"/>
          </p15:clr>
        </p15:guide>
        <p15:guide id="7" pos="272">
          <p15:clr>
            <a:srgbClr val="F26B43"/>
          </p15:clr>
        </p15:guide>
        <p15:guide id="8" pos="4374">
          <p15:clr>
            <a:srgbClr val="F26B43"/>
          </p15:clr>
        </p15:guide>
        <p15:guide id="9" pos="5458">
          <p15:clr>
            <a:srgbClr val="F26B43"/>
          </p15:clr>
        </p15:guide>
        <p15:guide id="10" pos="5743">
          <p15:clr>
            <a:srgbClr val="F26B43"/>
          </p15:clr>
        </p15:guide>
        <p15:guide id="11" pos="6827">
          <p15:clr>
            <a:srgbClr val="F26B43"/>
          </p15:clr>
        </p15:guide>
        <p15:guide id="12" pos="7112">
          <p15:clr>
            <a:srgbClr val="F26B43"/>
          </p15:clr>
        </p15:guide>
        <p15:guide id="13" pos="8194">
          <p15:clr>
            <a:srgbClr val="F26B43"/>
          </p15:clr>
        </p15:guide>
        <p15:guide id="14" orient="horz" pos="907">
          <p15:clr>
            <a:srgbClr val="F26B43"/>
          </p15:clr>
        </p15:guide>
        <p15:guide id="15" orient="horz" pos="4172">
          <p15:clr>
            <a:srgbClr val="F26B43"/>
          </p15:clr>
        </p15:guide>
        <p15:guide id="16" orient="horz" pos="2471">
          <p15:clr>
            <a:srgbClr val="F26B43"/>
          </p15:clr>
        </p15:guide>
        <p15:guide id="17" orient="horz" pos="260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9.xml"/><Relationship Id="rId5" Type="http://schemas.openxmlformats.org/officeDocument/2006/relationships/image" Target="../media/image14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0.xml"/><Relationship Id="rId5" Type="http://schemas.openxmlformats.org/officeDocument/2006/relationships/image" Target="../media/image15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BE7E-26F5-E2FB-5B8F-751B848A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EA79928-D3A8-B6D7-3583-FDA1409951A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6" imgH="486" progId="TCLayout.ActiveDocument.1">
                  <p:embed/>
                </p:oleObj>
              </mc:Choice>
              <mc:Fallback>
                <p:oleObj name="think-cell Slide" r:id="rId3" imgW="486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3F537-EAAB-7D1B-CEBA-5E2F5494FE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CF1EE0-B9CA-E9FD-EDCE-7BE5EB5422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Few Dashboard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63417-64CB-5F44-F1CE-600CE3CC5B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RFQ Package - Procurement Process </a:t>
            </a:r>
            <a:r>
              <a:rPr lang="en-US" dirty="0" err="1"/>
              <a:t>Digitalisation</a:t>
            </a:r>
            <a:r>
              <a:rPr lang="en-US" dirty="0"/>
              <a:t> with AI - Production Materials and SRM</a:t>
            </a:r>
          </a:p>
        </p:txBody>
      </p:sp>
    </p:spTree>
    <p:extLst>
      <p:ext uri="{BB962C8B-B14F-4D97-AF65-F5344CB8AC3E}">
        <p14:creationId xmlns:p14="http://schemas.microsoft.com/office/powerpoint/2010/main" val="249719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6A51B-3007-2A21-6E72-A35E70DE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4EBCBA3-40FB-6E5B-C37F-89EB3E1AE2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6" imgH="486" progId="TCLayout.ActiveDocument.1">
                  <p:embed/>
                </p:oleObj>
              </mc:Choice>
              <mc:Fallback>
                <p:oleObj name="think-cell Slide" r:id="rId3" imgW="486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3F537-EAAB-7D1B-CEBA-5E2F5494FE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4E7BF1BB-E24C-2D9C-A955-C86CFD025F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7" y="442905"/>
            <a:ext cx="9656364" cy="56736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9148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57D-66FB-6D19-C6D1-7BA0F251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C4775B2-40F2-0F6F-7F2D-52A8164C5AB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6" imgH="486" progId="TCLayout.ActiveDocument.1">
                  <p:embed/>
                </p:oleObj>
              </mc:Choice>
              <mc:Fallback>
                <p:oleObj name="think-cell Slide" r:id="rId3" imgW="486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3F537-EAAB-7D1B-CEBA-5E2F5494FE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168CD96-D866-9FED-B69F-EA2C111EC2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08" y="667526"/>
            <a:ext cx="10926499" cy="2816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76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E6AF-E88A-8B89-D05E-EDB8070F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307AA5-1F76-7C5C-5E37-CB365AA72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2" b="1"/>
          <a:stretch>
            <a:fillRect/>
          </a:stretch>
        </p:blipFill>
        <p:spPr bwMode="auto">
          <a:xfrm>
            <a:off x="612970" y="643106"/>
            <a:ext cx="9566022" cy="53913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A8CBBE5-2122-487A-703F-82DF054D9F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6" imgH="486" progId="TCLayout.ActiveDocument.1">
                  <p:embed/>
                </p:oleObj>
              </mc:Choice>
              <mc:Fallback>
                <p:oleObj name="think-cell Slide" r:id="rId4" imgW="486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3F537-EAAB-7D1B-CEBA-5E2F5494FE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0959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50725">
  <a:themeElements>
    <a:clrScheme name="SAVWIPL Theme 2024">
      <a:dk1>
        <a:srgbClr val="000000"/>
      </a:dk1>
      <a:lt1>
        <a:sysClr val="window" lastClr="FFFFFF"/>
      </a:lt1>
      <a:dk2>
        <a:srgbClr val="008A8A"/>
      </a:dk2>
      <a:lt2>
        <a:srgbClr val="00BA96"/>
      </a:lt2>
      <a:accent1>
        <a:srgbClr val="008A8A"/>
      </a:accent1>
      <a:accent2>
        <a:srgbClr val="006666"/>
      </a:accent2>
      <a:accent3>
        <a:srgbClr val="1FFFFE"/>
      </a:accent3>
      <a:accent4>
        <a:srgbClr val="00BA96"/>
      </a:accent4>
      <a:accent5>
        <a:srgbClr val="99FF66"/>
      </a:accent5>
      <a:accent6>
        <a:srgbClr val="003366"/>
      </a:accent6>
      <a:hlink>
        <a:srgbClr val="00264C"/>
      </a:hlink>
      <a:folHlink>
        <a:srgbClr val="00264C"/>
      </a:folHlink>
    </a:clrScheme>
    <a:fontScheme name="SAVWIPL">
      <a:majorFont>
        <a:latin typeface="SKODA Next"/>
        <a:ea typeface=""/>
        <a:cs typeface=""/>
      </a:majorFont>
      <a:minorFont>
        <a:latin typeface="SKODA Next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ŠKODA CI">
        <a:dk1>
          <a:sysClr val="windowText" lastClr="000000"/>
        </a:dk1>
        <a:lt1>
          <a:sysClr val="window" lastClr="FFFFFF"/>
        </a:lt1>
        <a:dk2>
          <a:srgbClr val="D22630"/>
        </a:dk2>
        <a:lt2>
          <a:srgbClr val="FFD200"/>
        </a:lt2>
        <a:accent1>
          <a:srgbClr val="DCDCDC"/>
        </a:accent1>
        <a:accent2>
          <a:srgbClr val="BEBEBE"/>
        </a:accent2>
        <a:accent3>
          <a:srgbClr val="6E6E6E"/>
        </a:accent3>
        <a:accent4>
          <a:srgbClr val="DBEED5"/>
        </a:accent4>
        <a:accent5>
          <a:srgbClr val="81C26D"/>
        </a:accent5>
        <a:accent6>
          <a:srgbClr val="4BA82E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ŠKODA Green">
      <a:srgbClr val="4BA82E"/>
    </a:custClr>
    <a:custClr name="ŠKODA Chrome Grey">
      <a:srgbClr val="A7AEB4"/>
    </a:custClr>
    <a:custClr name="Warm Grey 1">
      <a:srgbClr val="E0DED8"/>
    </a:custClr>
    <a:custClr name="Warm Grey 2">
      <a:srgbClr val="D5D2CA"/>
    </a:custClr>
    <a:custClr name="Warm Grey 3">
      <a:srgbClr val="C7C2BA"/>
    </a:custClr>
    <a:custClr name="Cool Grey 1">
      <a:srgbClr val="E0E1DD"/>
    </a:custClr>
    <a:custClr name="Cool Grey 2">
      <a:srgbClr val="D5D6D2"/>
    </a:custClr>
    <a:custClr name="Cool Grey 3">
      <a:srgbClr val="C9CAC8"/>
    </a:custClr>
  </a:custClrLst>
  <a:extLst>
    <a:ext uri="{05A4C25C-085E-4340-85A3-A5531E510DB2}">
      <thm15:themeFamily xmlns:thm15="http://schemas.microsoft.com/office/thememl/2012/main" name="20250725" id="{784522C1-0AEA-45DA-806F-C631977CF5E6}" vid="{5226472C-B6F1-41CB-9937-C82C43C07241}"/>
    </a:ext>
  </a:extLst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20250725</Template>
  <TotalTime>0</TotalTime>
  <Words>16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SKODA Next</vt:lpstr>
      <vt:lpstr>SKODANext-Regular</vt:lpstr>
      <vt:lpstr>The Group TEXT</vt:lpstr>
      <vt:lpstr>Wingdings</vt:lpstr>
      <vt:lpstr>20250725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Kalra, Rajesh (B/Z)</dc:creator>
  <cp:lastModifiedBy>Kalra, Rajesh (B/Z)</cp:lastModifiedBy>
  <cp:revision>1</cp:revision>
  <dcterms:created xsi:type="dcterms:W3CDTF">2026-06-15T12:23:37Z</dcterms:created>
  <dcterms:modified xsi:type="dcterms:W3CDTF">2026-06-15T12:28:26Z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20250725:11</vt:lpwstr>
  </property>
  <property fmtid="{D5CDD505-2E9C-101B-9397-08002B2CF9AE}" pid="3" name="ClassificationContentMarkingFooterText">
    <vt:lpwstr>INTERNAL</vt:lpwstr>
  </property>
</Properties>
</file>